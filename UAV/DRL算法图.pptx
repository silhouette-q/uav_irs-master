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2"/>
    <p:sldId id="265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zh-CN"/>
    </a:defPPr>
    <a:lvl1pPr marL="0" lvl="0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lvl="1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lvl="2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lvl="3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lvl="4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iahui Li" initials="JL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4C19E"/>
    <a:srgbClr val="C6E1B5"/>
    <a:srgbClr val="6C964F"/>
    <a:srgbClr val="F9D9C3"/>
    <a:srgbClr val="B9D8BB"/>
    <a:srgbClr val="C49597"/>
    <a:srgbClr val="F8E6E0"/>
    <a:srgbClr val="8E93B7"/>
    <a:srgbClr val="E4EA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  <a:t>‹#›</a:t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  <a:t>‹#›</a:t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  <a:t>‹#›</a:t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2504" cy="45259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4296" y="1600200"/>
            <a:ext cx="4032504" cy="45259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  <a:t>‹#›</a:t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  <a:t>‹#›</a:t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  <a:t>‹#›</a:t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  <a:t>‹#›</a:t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  <a:t>‹#›</a:t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  <a:t>‹#›</a:t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  <a:t>‹#›</a:t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5293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  <a:t>‹#›</a:t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10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 1025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1026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日期占位符 1027"/>
          <p:cNvSpPr>
            <a:spLocks noGrp="1"/>
          </p:cNvSpPr>
          <p:nvPr>
            <p:ph type="dt" sz="half" idx="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sz="1400"/>
            </a:lvl1pPr>
          </a:lstStyle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1029" name="页脚占位符 1028"/>
          <p:cNvSpPr>
            <a:spLocks noGrp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400"/>
            </a:lvl1pPr>
          </a:lstStyle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1030" name="灯片编号占位符 1029"/>
          <p:cNvSpPr>
            <a:spLocks noGrp="1"/>
          </p:cNvSpPr>
          <p:nvPr>
            <p:ph type="sldNum" sz="quarter" idx="4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400"/>
            </a:lvl1pPr>
          </a:lstStyle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  <a:t>‹#›</a:t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marL="0" lvl="0" indent="0" algn="ctr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32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6" Type="http://schemas.openxmlformats.org/officeDocument/2006/relationships/tags" Target="../tags/tag26.xml"/><Relationship Id="rId21" Type="http://schemas.openxmlformats.org/officeDocument/2006/relationships/tags" Target="../tags/tag21.xml"/><Relationship Id="rId42" Type="http://schemas.openxmlformats.org/officeDocument/2006/relationships/image" Target="../media/image7.png"/><Relationship Id="rId47" Type="http://schemas.openxmlformats.org/officeDocument/2006/relationships/image" Target="../media/image3.png"/><Relationship Id="rId63" Type="http://schemas.openxmlformats.org/officeDocument/2006/relationships/image" Target="../media/image26.png"/><Relationship Id="rId68" Type="http://schemas.openxmlformats.org/officeDocument/2006/relationships/image" Target="../media/image31.png"/><Relationship Id="rId16" Type="http://schemas.openxmlformats.org/officeDocument/2006/relationships/tags" Target="../tags/tag16.xml"/><Relationship Id="rId11" Type="http://schemas.openxmlformats.org/officeDocument/2006/relationships/tags" Target="../tags/tag11.xml"/><Relationship Id="rId32" Type="http://schemas.openxmlformats.org/officeDocument/2006/relationships/tags" Target="../tags/tag32.xml"/><Relationship Id="rId37" Type="http://schemas.openxmlformats.org/officeDocument/2006/relationships/slideLayout" Target="../slideLayouts/slideLayout2.xml"/><Relationship Id="rId53" Type="http://schemas.openxmlformats.org/officeDocument/2006/relationships/image" Target="../media/image15.png"/><Relationship Id="rId58" Type="http://schemas.openxmlformats.org/officeDocument/2006/relationships/image" Target="../media/image20.png"/><Relationship Id="rId74" Type="http://schemas.openxmlformats.org/officeDocument/2006/relationships/image" Target="../media/image37.png"/><Relationship Id="rId79" Type="http://schemas.openxmlformats.org/officeDocument/2006/relationships/image" Target="../media/image42.svg"/><Relationship Id="rId5" Type="http://schemas.openxmlformats.org/officeDocument/2006/relationships/tags" Target="../tags/tag5.xml"/><Relationship Id="rId61" Type="http://schemas.openxmlformats.org/officeDocument/2006/relationships/image" Target="../media/image24.png"/><Relationship Id="rId19" Type="http://schemas.openxmlformats.org/officeDocument/2006/relationships/tags" Target="../tags/tag19.xml"/><Relationship Id="rId14" Type="http://schemas.openxmlformats.org/officeDocument/2006/relationships/tags" Target="../tags/tag14.xml"/><Relationship Id="rId22" Type="http://schemas.openxmlformats.org/officeDocument/2006/relationships/tags" Target="../tags/tag22.xml"/><Relationship Id="rId27" Type="http://schemas.openxmlformats.org/officeDocument/2006/relationships/tags" Target="../tags/tag27.xml"/><Relationship Id="rId30" Type="http://schemas.openxmlformats.org/officeDocument/2006/relationships/tags" Target="../tags/tag30.xml"/><Relationship Id="rId35" Type="http://schemas.openxmlformats.org/officeDocument/2006/relationships/tags" Target="../tags/tag35.xml"/><Relationship Id="rId43" Type="http://schemas.openxmlformats.org/officeDocument/2006/relationships/image" Target="../media/image8.png"/><Relationship Id="rId48" Type="http://schemas.openxmlformats.org/officeDocument/2006/relationships/image" Target="../media/image13.png"/><Relationship Id="rId56" Type="http://schemas.openxmlformats.org/officeDocument/2006/relationships/image" Target="../media/image21.png"/><Relationship Id="rId64" Type="http://schemas.openxmlformats.org/officeDocument/2006/relationships/image" Target="../media/image27.png"/><Relationship Id="rId69" Type="http://schemas.openxmlformats.org/officeDocument/2006/relationships/image" Target="../media/image32.png"/><Relationship Id="rId77" Type="http://schemas.openxmlformats.org/officeDocument/2006/relationships/image" Target="../media/image40.png"/><Relationship Id="rId8" Type="http://schemas.openxmlformats.org/officeDocument/2006/relationships/tags" Target="../tags/tag8.xml"/><Relationship Id="rId51" Type="http://schemas.openxmlformats.org/officeDocument/2006/relationships/image" Target="../media/image16.png"/><Relationship Id="rId72" Type="http://schemas.openxmlformats.org/officeDocument/2006/relationships/image" Target="../media/image35.png"/><Relationship Id="rId80" Type="http://schemas.openxmlformats.org/officeDocument/2006/relationships/image" Target="../media/image43.png"/><Relationship Id="rId3" Type="http://schemas.openxmlformats.org/officeDocument/2006/relationships/tags" Target="../tags/tag3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5" Type="http://schemas.openxmlformats.org/officeDocument/2006/relationships/tags" Target="../tags/tag25.xml"/><Relationship Id="rId33" Type="http://schemas.openxmlformats.org/officeDocument/2006/relationships/tags" Target="../tags/tag33.xml"/><Relationship Id="rId38" Type="http://schemas.openxmlformats.org/officeDocument/2006/relationships/image" Target="../media/image1.svg"/><Relationship Id="rId46" Type="http://schemas.openxmlformats.org/officeDocument/2006/relationships/image" Target="../media/image11.png"/><Relationship Id="rId59" Type="http://schemas.openxmlformats.org/officeDocument/2006/relationships/image" Target="../media/image22.png"/><Relationship Id="rId67" Type="http://schemas.openxmlformats.org/officeDocument/2006/relationships/image" Target="../media/image30.png"/><Relationship Id="rId20" Type="http://schemas.openxmlformats.org/officeDocument/2006/relationships/tags" Target="../tags/tag20.xml"/><Relationship Id="rId41" Type="http://schemas.openxmlformats.org/officeDocument/2006/relationships/image" Target="../media/image6.png"/><Relationship Id="rId54" Type="http://schemas.openxmlformats.org/officeDocument/2006/relationships/image" Target="../media/image17.png"/><Relationship Id="rId62" Type="http://schemas.openxmlformats.org/officeDocument/2006/relationships/image" Target="../media/image25.svg"/><Relationship Id="rId70" Type="http://schemas.openxmlformats.org/officeDocument/2006/relationships/image" Target="../media/image33.png"/><Relationship Id="rId75" Type="http://schemas.openxmlformats.org/officeDocument/2006/relationships/image" Target="../media/image38.svg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5" Type="http://schemas.openxmlformats.org/officeDocument/2006/relationships/tags" Target="../tags/tag15.xml"/><Relationship Id="rId23" Type="http://schemas.openxmlformats.org/officeDocument/2006/relationships/tags" Target="../tags/tag23.xml"/><Relationship Id="rId28" Type="http://schemas.openxmlformats.org/officeDocument/2006/relationships/tags" Target="../tags/tag28.xml"/><Relationship Id="rId36" Type="http://schemas.openxmlformats.org/officeDocument/2006/relationships/tags" Target="../tags/tag36.xml"/><Relationship Id="rId49" Type="http://schemas.openxmlformats.org/officeDocument/2006/relationships/image" Target="../media/image4.png"/><Relationship Id="rId57" Type="http://schemas.openxmlformats.org/officeDocument/2006/relationships/image" Target="../media/image19.png"/><Relationship Id="rId10" Type="http://schemas.openxmlformats.org/officeDocument/2006/relationships/tags" Target="../tags/tag10.xml"/><Relationship Id="rId31" Type="http://schemas.openxmlformats.org/officeDocument/2006/relationships/tags" Target="../tags/tag31.xml"/><Relationship Id="rId44" Type="http://schemas.openxmlformats.org/officeDocument/2006/relationships/image" Target="../media/image9.png"/><Relationship Id="rId52" Type="http://schemas.openxmlformats.org/officeDocument/2006/relationships/image" Target="../media/image14.png"/><Relationship Id="rId60" Type="http://schemas.openxmlformats.org/officeDocument/2006/relationships/image" Target="../media/image23.svg"/><Relationship Id="rId65" Type="http://schemas.openxmlformats.org/officeDocument/2006/relationships/image" Target="../media/image28.png"/><Relationship Id="rId73" Type="http://schemas.openxmlformats.org/officeDocument/2006/relationships/image" Target="../media/image36.png"/><Relationship Id="rId78" Type="http://schemas.openxmlformats.org/officeDocument/2006/relationships/image" Target="../media/image41.svg"/><Relationship Id="rId81" Type="http://schemas.openxmlformats.org/officeDocument/2006/relationships/image" Target="../media/image44.png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3" Type="http://schemas.openxmlformats.org/officeDocument/2006/relationships/tags" Target="../tags/tag13.xml"/><Relationship Id="rId18" Type="http://schemas.openxmlformats.org/officeDocument/2006/relationships/tags" Target="../tags/tag18.xml"/><Relationship Id="rId39" Type="http://schemas.openxmlformats.org/officeDocument/2006/relationships/image" Target="../media/image2.png"/><Relationship Id="rId34" Type="http://schemas.openxmlformats.org/officeDocument/2006/relationships/tags" Target="../tags/tag34.xml"/><Relationship Id="rId50" Type="http://schemas.openxmlformats.org/officeDocument/2006/relationships/image" Target="../media/image12.png"/><Relationship Id="rId55" Type="http://schemas.openxmlformats.org/officeDocument/2006/relationships/image" Target="../media/image18.png"/><Relationship Id="rId76" Type="http://schemas.openxmlformats.org/officeDocument/2006/relationships/image" Target="../media/image39.png"/><Relationship Id="rId7" Type="http://schemas.openxmlformats.org/officeDocument/2006/relationships/tags" Target="../tags/tag7.xml"/><Relationship Id="rId71" Type="http://schemas.openxmlformats.org/officeDocument/2006/relationships/image" Target="../media/image34.png"/><Relationship Id="rId2" Type="http://schemas.openxmlformats.org/officeDocument/2006/relationships/tags" Target="../tags/tag2.xml"/><Relationship Id="rId29" Type="http://schemas.openxmlformats.org/officeDocument/2006/relationships/tags" Target="../tags/tag29.xml"/><Relationship Id="rId24" Type="http://schemas.openxmlformats.org/officeDocument/2006/relationships/tags" Target="../tags/tag24.xml"/><Relationship Id="rId40" Type="http://schemas.openxmlformats.org/officeDocument/2006/relationships/image" Target="../media/image5.png"/><Relationship Id="rId45" Type="http://schemas.openxmlformats.org/officeDocument/2006/relationships/image" Target="../media/image10.png"/><Relationship Id="rId66" Type="http://schemas.openxmlformats.org/officeDocument/2006/relationships/image" Target="../media/image29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6" Type="http://schemas.openxmlformats.org/officeDocument/2006/relationships/tags" Target="../tags/tag62.xml"/><Relationship Id="rId21" Type="http://schemas.openxmlformats.org/officeDocument/2006/relationships/tags" Target="../tags/tag57.xml"/><Relationship Id="rId34" Type="http://schemas.openxmlformats.org/officeDocument/2006/relationships/tags" Target="../tags/tag70.xml"/><Relationship Id="rId42" Type="http://schemas.openxmlformats.org/officeDocument/2006/relationships/tags" Target="../tags/tag78.xml"/><Relationship Id="rId47" Type="http://schemas.openxmlformats.org/officeDocument/2006/relationships/slideLayout" Target="../slideLayouts/slideLayout2.xml"/><Relationship Id="rId50" Type="http://schemas.openxmlformats.org/officeDocument/2006/relationships/image" Target="../media/image29.png"/><Relationship Id="rId55" Type="http://schemas.openxmlformats.org/officeDocument/2006/relationships/image" Target="../media/image34.png"/><Relationship Id="rId63" Type="http://schemas.openxmlformats.org/officeDocument/2006/relationships/image" Target="../media/image42.svg"/><Relationship Id="rId7" Type="http://schemas.openxmlformats.org/officeDocument/2006/relationships/tags" Target="../tags/tag43.xml"/><Relationship Id="rId2" Type="http://schemas.openxmlformats.org/officeDocument/2006/relationships/tags" Target="../tags/tag38.xml"/><Relationship Id="rId16" Type="http://schemas.openxmlformats.org/officeDocument/2006/relationships/tags" Target="../tags/tag52.xml"/><Relationship Id="rId29" Type="http://schemas.openxmlformats.org/officeDocument/2006/relationships/tags" Target="../tags/tag65.xml"/><Relationship Id="rId11" Type="http://schemas.openxmlformats.org/officeDocument/2006/relationships/tags" Target="../tags/tag47.xml"/><Relationship Id="rId24" Type="http://schemas.openxmlformats.org/officeDocument/2006/relationships/tags" Target="../tags/tag60.xml"/><Relationship Id="rId32" Type="http://schemas.openxmlformats.org/officeDocument/2006/relationships/tags" Target="../tags/tag68.xml"/><Relationship Id="rId37" Type="http://schemas.openxmlformats.org/officeDocument/2006/relationships/tags" Target="../tags/tag73.xml"/><Relationship Id="rId40" Type="http://schemas.openxmlformats.org/officeDocument/2006/relationships/tags" Target="../tags/tag76.xml"/><Relationship Id="rId45" Type="http://schemas.openxmlformats.org/officeDocument/2006/relationships/tags" Target="../tags/tag81.xml"/><Relationship Id="rId53" Type="http://schemas.openxmlformats.org/officeDocument/2006/relationships/image" Target="../media/image32.png"/><Relationship Id="rId58" Type="http://schemas.openxmlformats.org/officeDocument/2006/relationships/image" Target="../media/image37.png"/><Relationship Id="rId66" Type="http://schemas.openxmlformats.org/officeDocument/2006/relationships/image" Target="../media/image54.png"/><Relationship Id="rId5" Type="http://schemas.openxmlformats.org/officeDocument/2006/relationships/tags" Target="../tags/tag41.xml"/><Relationship Id="rId61" Type="http://schemas.openxmlformats.org/officeDocument/2006/relationships/image" Target="../media/image52.png"/><Relationship Id="rId19" Type="http://schemas.openxmlformats.org/officeDocument/2006/relationships/tags" Target="../tags/tag55.xml"/><Relationship Id="rId14" Type="http://schemas.openxmlformats.org/officeDocument/2006/relationships/tags" Target="../tags/tag50.xml"/><Relationship Id="rId22" Type="http://schemas.openxmlformats.org/officeDocument/2006/relationships/tags" Target="../tags/tag58.xml"/><Relationship Id="rId27" Type="http://schemas.openxmlformats.org/officeDocument/2006/relationships/tags" Target="../tags/tag63.xml"/><Relationship Id="rId30" Type="http://schemas.openxmlformats.org/officeDocument/2006/relationships/tags" Target="../tags/tag66.xml"/><Relationship Id="rId35" Type="http://schemas.openxmlformats.org/officeDocument/2006/relationships/tags" Target="../tags/tag71.xml"/><Relationship Id="rId43" Type="http://schemas.openxmlformats.org/officeDocument/2006/relationships/tags" Target="../tags/tag79.xml"/><Relationship Id="rId48" Type="http://schemas.openxmlformats.org/officeDocument/2006/relationships/image" Target="../media/image27.png"/><Relationship Id="rId56" Type="http://schemas.openxmlformats.org/officeDocument/2006/relationships/image" Target="../media/image35.png"/><Relationship Id="rId64" Type="http://schemas.openxmlformats.org/officeDocument/2006/relationships/image" Target="../media/image53.png"/><Relationship Id="rId8" Type="http://schemas.openxmlformats.org/officeDocument/2006/relationships/tags" Target="../tags/tag44.xml"/><Relationship Id="rId51" Type="http://schemas.openxmlformats.org/officeDocument/2006/relationships/image" Target="../media/image30.png"/><Relationship Id="rId3" Type="http://schemas.openxmlformats.org/officeDocument/2006/relationships/tags" Target="../tags/tag39.xml"/><Relationship Id="rId12" Type="http://schemas.openxmlformats.org/officeDocument/2006/relationships/tags" Target="../tags/tag48.xml"/><Relationship Id="rId17" Type="http://schemas.openxmlformats.org/officeDocument/2006/relationships/tags" Target="../tags/tag53.xml"/><Relationship Id="rId25" Type="http://schemas.openxmlformats.org/officeDocument/2006/relationships/tags" Target="../tags/tag61.xml"/><Relationship Id="rId33" Type="http://schemas.openxmlformats.org/officeDocument/2006/relationships/tags" Target="../tags/tag69.xml"/><Relationship Id="rId38" Type="http://schemas.openxmlformats.org/officeDocument/2006/relationships/tags" Target="../tags/tag74.xml"/><Relationship Id="rId46" Type="http://schemas.openxmlformats.org/officeDocument/2006/relationships/tags" Target="../tags/tag82.xml"/><Relationship Id="rId59" Type="http://schemas.openxmlformats.org/officeDocument/2006/relationships/image" Target="../media/image38.svg"/><Relationship Id="rId20" Type="http://schemas.openxmlformats.org/officeDocument/2006/relationships/tags" Target="../tags/tag56.xml"/><Relationship Id="rId41" Type="http://schemas.openxmlformats.org/officeDocument/2006/relationships/tags" Target="../tags/tag77.xml"/><Relationship Id="rId54" Type="http://schemas.openxmlformats.org/officeDocument/2006/relationships/image" Target="../media/image33.png"/><Relationship Id="rId62" Type="http://schemas.openxmlformats.org/officeDocument/2006/relationships/image" Target="../media/image41.svg"/><Relationship Id="rId1" Type="http://schemas.openxmlformats.org/officeDocument/2006/relationships/tags" Target="../tags/tag37.xml"/><Relationship Id="rId6" Type="http://schemas.openxmlformats.org/officeDocument/2006/relationships/tags" Target="../tags/tag42.xml"/><Relationship Id="rId15" Type="http://schemas.openxmlformats.org/officeDocument/2006/relationships/tags" Target="../tags/tag51.xml"/><Relationship Id="rId23" Type="http://schemas.openxmlformats.org/officeDocument/2006/relationships/tags" Target="../tags/tag59.xml"/><Relationship Id="rId28" Type="http://schemas.openxmlformats.org/officeDocument/2006/relationships/tags" Target="../tags/tag64.xml"/><Relationship Id="rId36" Type="http://schemas.openxmlformats.org/officeDocument/2006/relationships/tags" Target="../tags/tag72.xml"/><Relationship Id="rId49" Type="http://schemas.openxmlformats.org/officeDocument/2006/relationships/image" Target="../media/image28.png"/><Relationship Id="rId57" Type="http://schemas.openxmlformats.org/officeDocument/2006/relationships/image" Target="../media/image36.png"/><Relationship Id="rId10" Type="http://schemas.openxmlformats.org/officeDocument/2006/relationships/tags" Target="../tags/tag46.xml"/><Relationship Id="rId31" Type="http://schemas.openxmlformats.org/officeDocument/2006/relationships/tags" Target="../tags/tag67.xml"/><Relationship Id="rId44" Type="http://schemas.openxmlformats.org/officeDocument/2006/relationships/tags" Target="../tags/tag80.xml"/><Relationship Id="rId52" Type="http://schemas.openxmlformats.org/officeDocument/2006/relationships/image" Target="../media/image31.png"/><Relationship Id="rId60" Type="http://schemas.openxmlformats.org/officeDocument/2006/relationships/image" Target="../media/image51.png"/><Relationship Id="rId65" Type="http://schemas.openxmlformats.org/officeDocument/2006/relationships/image" Target="../media/image44.png"/><Relationship Id="rId4" Type="http://schemas.openxmlformats.org/officeDocument/2006/relationships/tags" Target="../tags/tag40.xml"/><Relationship Id="rId9" Type="http://schemas.openxmlformats.org/officeDocument/2006/relationships/tags" Target="../tags/tag45.xml"/><Relationship Id="rId13" Type="http://schemas.openxmlformats.org/officeDocument/2006/relationships/tags" Target="../tags/tag49.xml"/><Relationship Id="rId18" Type="http://schemas.openxmlformats.org/officeDocument/2006/relationships/tags" Target="../tags/tag54.xml"/><Relationship Id="rId39" Type="http://schemas.openxmlformats.org/officeDocument/2006/relationships/tags" Target="../tags/tag75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0.png"/><Relationship Id="rId3" Type="http://schemas.openxmlformats.org/officeDocument/2006/relationships/image" Target="../media/image56.png"/><Relationship Id="rId7" Type="http://schemas.openxmlformats.org/officeDocument/2006/relationships/image" Target="../media/image550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40.png"/><Relationship Id="rId5" Type="http://schemas.openxmlformats.org/officeDocument/2006/relationships/image" Target="../media/image57.png"/><Relationship Id="rId4" Type="http://schemas.openxmlformats.org/officeDocument/2006/relationships/image" Target="../media/image520.png"/><Relationship Id="rId9" Type="http://schemas.openxmlformats.org/officeDocument/2006/relationships/image" Target="../media/image57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13" Type="http://schemas.openxmlformats.org/officeDocument/2006/relationships/image" Target="../media/image69.png"/><Relationship Id="rId18" Type="http://schemas.openxmlformats.org/officeDocument/2006/relationships/image" Target="../media/image74.png"/><Relationship Id="rId3" Type="http://schemas.openxmlformats.org/officeDocument/2006/relationships/image" Target="../media/image59.png"/><Relationship Id="rId7" Type="http://schemas.openxmlformats.org/officeDocument/2006/relationships/image" Target="../media/image63.png"/><Relationship Id="rId12" Type="http://schemas.openxmlformats.org/officeDocument/2006/relationships/image" Target="../media/image68.png"/><Relationship Id="rId17" Type="http://schemas.openxmlformats.org/officeDocument/2006/relationships/image" Target="../media/image73.png"/><Relationship Id="rId2" Type="http://schemas.openxmlformats.org/officeDocument/2006/relationships/image" Target="../media/image58.svg"/><Relationship Id="rId16" Type="http://schemas.openxmlformats.org/officeDocument/2006/relationships/image" Target="../media/image72.png"/><Relationship Id="rId20" Type="http://schemas.openxmlformats.org/officeDocument/2006/relationships/image" Target="../media/image7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2.png"/><Relationship Id="rId11" Type="http://schemas.openxmlformats.org/officeDocument/2006/relationships/image" Target="../media/image67.png"/><Relationship Id="rId5" Type="http://schemas.openxmlformats.org/officeDocument/2006/relationships/image" Target="../media/image61.png"/><Relationship Id="rId15" Type="http://schemas.openxmlformats.org/officeDocument/2006/relationships/image" Target="../media/image71.png"/><Relationship Id="rId10" Type="http://schemas.openxmlformats.org/officeDocument/2006/relationships/image" Target="../media/image66.png"/><Relationship Id="rId19" Type="http://schemas.openxmlformats.org/officeDocument/2006/relationships/image" Target="../media/image75.png"/><Relationship Id="rId4" Type="http://schemas.openxmlformats.org/officeDocument/2006/relationships/image" Target="../media/image60.png"/><Relationship Id="rId9" Type="http://schemas.openxmlformats.org/officeDocument/2006/relationships/image" Target="../media/image65.png"/><Relationship Id="rId14" Type="http://schemas.openxmlformats.org/officeDocument/2006/relationships/image" Target="../media/image7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2.png"/><Relationship Id="rId3" Type="http://schemas.openxmlformats.org/officeDocument/2006/relationships/image" Target="../media/image77.png"/><Relationship Id="rId7" Type="http://schemas.openxmlformats.org/officeDocument/2006/relationships/image" Target="../media/image81.png"/><Relationship Id="rId2" Type="http://schemas.openxmlformats.org/officeDocument/2006/relationships/image" Target="../media/image58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0.png"/><Relationship Id="rId5" Type="http://schemas.openxmlformats.org/officeDocument/2006/relationships/image" Target="../media/image79.png"/><Relationship Id="rId4" Type="http://schemas.openxmlformats.org/officeDocument/2006/relationships/image" Target="../media/image78.png"/><Relationship Id="rId9" Type="http://schemas.openxmlformats.org/officeDocument/2006/relationships/image" Target="../media/image8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矩形 212"/>
          <p:cNvSpPr/>
          <p:nvPr/>
        </p:nvSpPr>
        <p:spPr>
          <a:xfrm>
            <a:off x="4990110" y="764704"/>
            <a:ext cx="3974378" cy="3837806"/>
          </a:xfrm>
          <a:prstGeom prst="rect">
            <a:avLst/>
          </a:prstGeom>
          <a:pattFill prst="pct30">
            <a:fgClr>
              <a:schemeClr val="accent1"/>
            </a:fgClr>
            <a:bgClr>
              <a:schemeClr val="bg1"/>
            </a:bgClr>
          </a:pattFill>
          <a:ln w="19050" cmpd="sng">
            <a:solidFill>
              <a:schemeClr val="accent1">
                <a:shade val="50000"/>
              </a:schemeClr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2" name="矩形 211"/>
          <p:cNvSpPr/>
          <p:nvPr/>
        </p:nvSpPr>
        <p:spPr>
          <a:xfrm>
            <a:off x="4658127" y="1163680"/>
            <a:ext cx="3974378" cy="3837806"/>
          </a:xfrm>
          <a:prstGeom prst="rect">
            <a:avLst/>
          </a:prstGeom>
          <a:pattFill prst="pct25">
            <a:fgClr>
              <a:schemeClr val="accent1"/>
            </a:fgClr>
            <a:bgClr>
              <a:schemeClr val="bg1"/>
            </a:bgClr>
          </a:pattFill>
          <a:ln w="19050" cmpd="sng">
            <a:solidFill>
              <a:schemeClr val="accent1">
                <a:shade val="50000"/>
              </a:schemeClr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42" name="图形 541" descr="箭头: 逆时针曲线 纯色填充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 rot="14294347">
            <a:off x="1243880" y="3378889"/>
            <a:ext cx="409018" cy="424912"/>
          </a:xfrm>
          <a:prstGeom prst="rect">
            <a:avLst/>
          </a:prstGeom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</p:pic>
      <p:grpSp>
        <p:nvGrpSpPr>
          <p:cNvPr id="37" name="组合 36"/>
          <p:cNvGrpSpPr/>
          <p:nvPr/>
        </p:nvGrpSpPr>
        <p:grpSpPr>
          <a:xfrm>
            <a:off x="547723" y="4053849"/>
            <a:ext cx="2508227" cy="885381"/>
            <a:chOff x="1483" y="5138"/>
            <a:chExt cx="4266" cy="1425"/>
          </a:xfrm>
        </p:grpSpPr>
        <p:grpSp>
          <p:nvGrpSpPr>
            <p:cNvPr id="8" name="组合 7"/>
            <p:cNvGrpSpPr/>
            <p:nvPr/>
          </p:nvGrpSpPr>
          <p:grpSpPr>
            <a:xfrm>
              <a:off x="1483" y="5150"/>
              <a:ext cx="1547" cy="1412"/>
              <a:chOff x="5576898" y="948291"/>
              <a:chExt cx="1885778" cy="1296777"/>
            </a:xfrm>
            <a:effectLst>
              <a:outerShdw blurRad="50800" dist="127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7" name="流程图: 磁盘 6"/>
              <p:cNvSpPr/>
              <p:nvPr/>
            </p:nvSpPr>
            <p:spPr>
              <a:xfrm>
                <a:off x="5584543" y="1776876"/>
                <a:ext cx="1878133" cy="468192"/>
              </a:xfrm>
              <a:prstGeom prst="flowChartMagneticDisk">
                <a:avLst/>
              </a:prstGeom>
              <a:solidFill>
                <a:srgbClr val="8DC3E7">
                  <a:alpha val="86667"/>
                </a:srgbClr>
              </a:solidFill>
              <a:ln>
                <a:solidFill>
                  <a:srgbClr val="2A86C4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78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73" name="流程图: 磁盘 272"/>
              <p:cNvSpPr/>
              <p:nvPr/>
            </p:nvSpPr>
            <p:spPr>
              <a:xfrm>
                <a:off x="5576898" y="1385173"/>
                <a:ext cx="1878133" cy="468192"/>
              </a:xfrm>
              <a:prstGeom prst="flowChartMagneticDisk">
                <a:avLst/>
              </a:prstGeom>
              <a:solidFill>
                <a:srgbClr val="8DC3E7">
                  <a:alpha val="86667"/>
                </a:srgbClr>
              </a:solidFill>
              <a:ln>
                <a:solidFill>
                  <a:srgbClr val="2A86C4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zh-CN" sz="105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:endParaRPr lang="zh-CN" altLang="en-US" sz="105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76" name="流程图: 磁盘 275"/>
              <p:cNvSpPr/>
              <p:nvPr/>
            </p:nvSpPr>
            <p:spPr>
              <a:xfrm>
                <a:off x="5576899" y="948291"/>
                <a:ext cx="1878133" cy="468192"/>
              </a:xfrm>
              <a:prstGeom prst="flowChartMagneticDisk">
                <a:avLst/>
              </a:prstGeom>
              <a:solidFill>
                <a:srgbClr val="8DC3E7">
                  <a:alpha val="86667"/>
                </a:srgbClr>
              </a:solidFill>
              <a:ln>
                <a:solidFill>
                  <a:srgbClr val="2A86C4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78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9" name="文本框 8"/>
            <p:cNvSpPr txBox="1"/>
            <p:nvPr/>
          </p:nvSpPr>
          <p:spPr>
            <a:xfrm>
              <a:off x="1643" y="5739"/>
              <a:ext cx="1249" cy="471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zh-CN" altLang="en-US" sz="1000" b="1"/>
                <a:t>经验池</a:t>
              </a:r>
            </a:p>
          </p:txBody>
        </p:sp>
        <p:sp>
          <p:nvSpPr>
            <p:cNvPr id="10" name="流程图: 磁盘 9"/>
            <p:cNvSpPr/>
            <p:nvPr/>
          </p:nvSpPr>
          <p:spPr>
            <a:xfrm>
              <a:off x="4197" y="5138"/>
              <a:ext cx="1541" cy="510"/>
            </a:xfrm>
            <a:prstGeom prst="flowChartMagneticDisk">
              <a:avLst/>
            </a:prstGeom>
            <a:solidFill>
              <a:srgbClr val="8DC3E7">
                <a:alpha val="86667"/>
              </a:srgbClr>
            </a:solidFill>
            <a:ln>
              <a:solidFill>
                <a:srgbClr val="2A86C4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78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4211" y="5240"/>
              <a:ext cx="1538" cy="471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zh-CN" altLang="en-US" sz="1000" b="1"/>
                <a:t>小批量采样</a:t>
              </a:r>
            </a:p>
          </p:txBody>
        </p:sp>
        <p:sp>
          <p:nvSpPr>
            <p:cNvPr id="548" name="箭头: 虚尾 547"/>
            <p:cNvSpPr/>
            <p:nvPr/>
          </p:nvSpPr>
          <p:spPr>
            <a:xfrm>
              <a:off x="3301" y="5283"/>
              <a:ext cx="569" cy="261"/>
            </a:xfrm>
            <a:prstGeom prst="stripedRightArrow">
              <a:avLst>
                <a:gd name="adj1" fmla="val 50000"/>
                <a:gd name="adj2" fmla="val 46552"/>
              </a:avLst>
            </a:prstGeom>
            <a:solidFill>
              <a:srgbClr val="9CCBEA"/>
            </a:solidFill>
            <a:ln>
              <a:solidFill>
                <a:srgbClr val="3F93CB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"/>
            </a:p>
          </p:txBody>
        </p:sp>
        <p:sp>
          <p:nvSpPr>
            <p:cNvPr id="12" name="箭头: 虚尾 547"/>
            <p:cNvSpPr/>
            <p:nvPr/>
          </p:nvSpPr>
          <p:spPr>
            <a:xfrm rot="5400000">
              <a:off x="4747" y="5925"/>
              <a:ext cx="504" cy="277"/>
            </a:xfrm>
            <a:prstGeom prst="stripedRightArrow">
              <a:avLst>
                <a:gd name="adj1" fmla="val 50000"/>
                <a:gd name="adj2" fmla="val 46552"/>
              </a:avLst>
            </a:prstGeom>
            <a:solidFill>
              <a:srgbClr val="F4C966"/>
            </a:solidFill>
            <a:ln>
              <a:solidFill>
                <a:srgbClr val="FE9B1C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"/>
            </a:p>
          </p:txBody>
        </p:sp>
        <p:pic>
          <p:nvPicPr>
            <p:cNvPr id="518" name="图片 517"/>
            <p:cNvPicPr>
              <a:picLocks noChangeAspect="1"/>
            </p:cNvPicPr>
            <p:nvPr/>
          </p:nvPicPr>
          <p:blipFill>
            <a:blip r:embed="rId3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76" y="5283"/>
              <a:ext cx="404" cy="404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grpSp>
        <p:nvGrpSpPr>
          <p:cNvPr id="35" name="组合 34"/>
          <p:cNvGrpSpPr/>
          <p:nvPr/>
        </p:nvGrpSpPr>
        <p:grpSpPr>
          <a:xfrm>
            <a:off x="2919421" y="1659723"/>
            <a:ext cx="1241740" cy="1877733"/>
            <a:chOff x="5009" y="2112"/>
            <a:chExt cx="1844" cy="2805"/>
          </a:xfrm>
        </p:grpSpPr>
        <p:grpSp>
          <p:nvGrpSpPr>
            <p:cNvPr id="31" name="组合 30"/>
            <p:cNvGrpSpPr/>
            <p:nvPr/>
          </p:nvGrpSpPr>
          <p:grpSpPr>
            <a:xfrm>
              <a:off x="5009" y="2112"/>
              <a:ext cx="1740" cy="884"/>
              <a:chOff x="5029" y="2085"/>
              <a:chExt cx="1740" cy="884"/>
            </a:xfrm>
          </p:grpSpPr>
          <p:cxnSp>
            <p:nvCxnSpPr>
              <p:cNvPr id="17" name="直接箭头连接符 16"/>
              <p:cNvCxnSpPr/>
              <p:nvPr/>
            </p:nvCxnSpPr>
            <p:spPr>
              <a:xfrm flipV="1">
                <a:off x="5582" y="2266"/>
                <a:ext cx="771" cy="310"/>
              </a:xfrm>
              <a:prstGeom prst="straightConnector1">
                <a:avLst/>
              </a:prstGeom>
              <a:ln>
                <a:solidFill>
                  <a:srgbClr val="89A4A7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8" name="直接箭头连接符 17"/>
              <p:cNvCxnSpPr/>
              <p:nvPr/>
            </p:nvCxnSpPr>
            <p:spPr>
              <a:xfrm flipV="1">
                <a:off x="5585" y="2474"/>
                <a:ext cx="771" cy="310"/>
              </a:xfrm>
              <a:prstGeom prst="straightConnector1">
                <a:avLst/>
              </a:prstGeom>
              <a:ln>
                <a:solidFill>
                  <a:srgbClr val="89A4A7"/>
                </a:solidFill>
                <a:miter lim="800000"/>
                <a:headEnd type="arrow"/>
                <a:tailEnd type="non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" name="文本框 18"/>
                  <p:cNvSpPr txBox="1"/>
                  <p:nvPr/>
                </p:nvSpPr>
                <p:spPr>
                  <a:xfrm rot="20280000">
                    <a:off x="5497" y="2583"/>
                    <a:ext cx="1273" cy="38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no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US" altLang="zh-CN" sz="10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10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10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𝑡</m:t>
                              </m:r>
                            </m:sub>
                            <m:sup>
                              <m:r>
                                <a:rPr lang="en-US" altLang="zh-CN" sz="10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1</m:t>
                              </m:r>
                            </m:sup>
                          </m:sSubSup>
                        </m:oMath>
                      </m:oMathPara>
                    </a14:m>
                    <a:endParaRPr lang="zh-CN" altLang="en-US" sz="1000"/>
                  </a:p>
                </p:txBody>
              </p:sp>
            </mc:Choice>
            <mc:Fallback xmlns="">
              <p:sp>
                <p:nvSpPr>
                  <p:cNvPr id="19" name="文本框 18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rot="20280000">
                    <a:off x="5497" y="2583"/>
                    <a:ext cx="1273" cy="386"/>
                  </a:xfrm>
                  <a:prstGeom prst="rect">
                    <a:avLst/>
                  </a:prstGeom>
                  <a:blipFill rotWithShape="1">
                    <a:blip r:embed="rId40"/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0" name="文本框 19"/>
                  <p:cNvSpPr txBox="1"/>
                  <p:nvPr/>
                </p:nvSpPr>
                <p:spPr>
                  <a:xfrm rot="20220000">
                    <a:off x="5029" y="2085"/>
                    <a:ext cx="1696" cy="37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US" altLang="zh-CN" sz="10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10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𝑜</m:t>
                              </m:r>
                            </m:e>
                            <m:sub>
                              <m:r>
                                <a:rPr lang="en-US" altLang="zh-CN" sz="10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𝑡</m:t>
                              </m:r>
                            </m:sub>
                            <m:sup>
                              <m:r>
                                <a:rPr lang="en-US" altLang="zh-CN" sz="10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1</m:t>
                              </m:r>
                            </m:sup>
                          </m:sSubSup>
                          <m:r>
                            <a:rPr lang="en-US" altLang="zh-CN" sz="10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sz="10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0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altLang="zh-CN" sz="10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altLang="zh-CN" sz="10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lang="en-US" altLang="zh-CN" sz="10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10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altLang="zh-CN" sz="10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𝑡</m:t>
                              </m:r>
                            </m:sub>
                            <m:sup>
                              <m:r>
                                <a:rPr lang="en-US" altLang="zh-CN" sz="10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1</m:t>
                              </m:r>
                            </m:sup>
                          </m:sSubSup>
                        </m:oMath>
                      </m:oMathPara>
                    </a14:m>
                    <a:endParaRPr lang="zh-CN" altLang="en-US" sz="1000"/>
                  </a:p>
                </p:txBody>
              </p:sp>
            </mc:Choice>
            <mc:Fallback xmlns="">
              <p:sp>
                <p:nvSpPr>
                  <p:cNvPr id="20" name="文本框 19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rot="20220000">
                    <a:off x="5029" y="2085"/>
                    <a:ext cx="1696" cy="377"/>
                  </a:xfrm>
                  <a:prstGeom prst="rect">
                    <a:avLst/>
                  </a:prstGeom>
                  <a:blipFill rotWithShape="1">
                    <a:blip r:embed="rId41"/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32" name="组合 31"/>
            <p:cNvGrpSpPr/>
            <p:nvPr/>
          </p:nvGrpSpPr>
          <p:grpSpPr>
            <a:xfrm>
              <a:off x="5037" y="3058"/>
              <a:ext cx="1696" cy="903"/>
              <a:chOff x="5032" y="2940"/>
              <a:chExt cx="1696" cy="903"/>
            </a:xfrm>
          </p:grpSpPr>
          <p:cxnSp>
            <p:nvCxnSpPr>
              <p:cNvPr id="21" name="直接箭头连接符 20"/>
              <p:cNvCxnSpPr/>
              <p:nvPr/>
            </p:nvCxnSpPr>
            <p:spPr>
              <a:xfrm rot="1200000" flipV="1">
                <a:off x="5585" y="3121"/>
                <a:ext cx="771" cy="310"/>
              </a:xfrm>
              <a:prstGeom prst="straightConnector1">
                <a:avLst/>
              </a:prstGeom>
              <a:ln>
                <a:solidFill>
                  <a:srgbClr val="89A4A7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22" name="直接箭头连接符 21"/>
              <p:cNvCxnSpPr/>
              <p:nvPr/>
            </p:nvCxnSpPr>
            <p:spPr>
              <a:xfrm rot="1200000" flipV="1">
                <a:off x="5588" y="3329"/>
                <a:ext cx="771" cy="310"/>
              </a:xfrm>
              <a:prstGeom prst="straightConnector1">
                <a:avLst/>
              </a:prstGeom>
              <a:ln>
                <a:solidFill>
                  <a:srgbClr val="89A4A7"/>
                </a:solidFill>
                <a:miter lim="800000"/>
                <a:headEnd type="arrow"/>
                <a:tailEnd type="non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3" name="文本框 22"/>
                  <p:cNvSpPr txBox="1"/>
                  <p:nvPr/>
                </p:nvSpPr>
                <p:spPr>
                  <a:xfrm>
                    <a:off x="5337" y="3457"/>
                    <a:ext cx="1273" cy="38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no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US" altLang="zh-CN" sz="10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10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10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𝑡</m:t>
                              </m:r>
                            </m:sub>
                            <m:sup>
                              <m:r>
                                <a:rPr lang="en-US" altLang="zh-CN" sz="10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oMath>
                      </m:oMathPara>
                    </a14:m>
                    <a:endParaRPr lang="zh-CN" altLang="en-US" sz="1000"/>
                  </a:p>
                </p:txBody>
              </p:sp>
            </mc:Choice>
            <mc:Fallback xmlns="">
              <p:sp>
                <p:nvSpPr>
                  <p:cNvPr id="23" name="文本框 22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337" y="3457"/>
                    <a:ext cx="1273" cy="386"/>
                  </a:xfrm>
                  <a:prstGeom prst="rect">
                    <a:avLst/>
                  </a:prstGeom>
                  <a:blipFill rotWithShape="1">
                    <a:blip r:embed="rId42"/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4" name="文本框 23"/>
                  <p:cNvSpPr txBox="1"/>
                  <p:nvPr/>
                </p:nvSpPr>
                <p:spPr>
                  <a:xfrm rot="21420000">
                    <a:off x="5032" y="2940"/>
                    <a:ext cx="1696" cy="37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US" altLang="zh-CN" sz="10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10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𝑜</m:t>
                              </m:r>
                            </m:e>
                            <m:sub>
                              <m:r>
                                <a:rPr lang="en-US" altLang="zh-CN" sz="10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𝑡</m:t>
                              </m:r>
                            </m:sub>
                            <m:sup>
                              <m:r>
                                <a:rPr lang="en-US" altLang="zh-CN" sz="10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altLang="zh-CN" sz="10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sz="10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0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altLang="zh-CN" sz="10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altLang="zh-CN" sz="10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lang="en-US" altLang="zh-CN" sz="10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10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altLang="zh-CN" sz="10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𝑡</m:t>
                              </m:r>
                            </m:sub>
                            <m:sup>
                              <m:r>
                                <a:rPr lang="en-US" altLang="zh-CN" sz="10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oMath>
                      </m:oMathPara>
                    </a14:m>
                    <a:endParaRPr lang="zh-CN" altLang="en-US" sz="1000"/>
                  </a:p>
                </p:txBody>
              </p:sp>
            </mc:Choice>
            <mc:Fallback xmlns="">
              <p:sp>
                <p:nvSpPr>
                  <p:cNvPr id="24" name="文本框 23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rot="21420000">
                    <a:off x="5032" y="2940"/>
                    <a:ext cx="1696" cy="377"/>
                  </a:xfrm>
                  <a:prstGeom prst="rect">
                    <a:avLst/>
                  </a:prstGeom>
                  <a:blipFill rotWithShape="1">
                    <a:blip r:embed="rId43"/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30" name="组合 29"/>
            <p:cNvGrpSpPr/>
            <p:nvPr/>
          </p:nvGrpSpPr>
          <p:grpSpPr>
            <a:xfrm>
              <a:off x="5020" y="4033"/>
              <a:ext cx="1696" cy="884"/>
              <a:chOff x="5020" y="4033"/>
              <a:chExt cx="1696" cy="884"/>
            </a:xfrm>
          </p:grpSpPr>
          <p:cxnSp>
            <p:nvCxnSpPr>
              <p:cNvPr id="25" name="直接箭头连接符 24"/>
              <p:cNvCxnSpPr/>
              <p:nvPr/>
            </p:nvCxnSpPr>
            <p:spPr>
              <a:xfrm rot="2460000" flipV="1">
                <a:off x="5573" y="4214"/>
                <a:ext cx="771" cy="310"/>
              </a:xfrm>
              <a:prstGeom prst="straightConnector1">
                <a:avLst/>
              </a:prstGeom>
              <a:ln>
                <a:solidFill>
                  <a:srgbClr val="89A4A7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26" name="直接箭头连接符 25"/>
              <p:cNvCxnSpPr/>
              <p:nvPr/>
            </p:nvCxnSpPr>
            <p:spPr>
              <a:xfrm rot="2460000" flipV="1">
                <a:off x="5576" y="4422"/>
                <a:ext cx="771" cy="310"/>
              </a:xfrm>
              <a:prstGeom prst="straightConnector1">
                <a:avLst/>
              </a:prstGeom>
              <a:ln>
                <a:solidFill>
                  <a:srgbClr val="89A4A7"/>
                </a:solidFill>
                <a:miter lim="800000"/>
                <a:headEnd type="arrow"/>
                <a:tailEnd type="non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7" name="文本框 26"/>
                  <p:cNvSpPr txBox="1"/>
                  <p:nvPr/>
                </p:nvSpPr>
                <p:spPr>
                  <a:xfrm rot="1140000">
                    <a:off x="5300" y="4531"/>
                    <a:ext cx="1273" cy="38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no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US" altLang="zh-CN" sz="10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10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10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𝑡</m:t>
                              </m:r>
                            </m:sub>
                            <m:sup>
                              <m:r>
                                <a:rPr lang="en-US" altLang="zh-CN" sz="10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𝑚</m:t>
                              </m:r>
                            </m:sup>
                          </m:sSubSup>
                        </m:oMath>
                      </m:oMathPara>
                    </a14:m>
                    <a:endParaRPr lang="zh-CN" altLang="en-US" sz="1000"/>
                  </a:p>
                </p:txBody>
              </p:sp>
            </mc:Choice>
            <mc:Fallback xmlns="">
              <p:sp>
                <p:nvSpPr>
                  <p:cNvPr id="27" name="文本框 26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rot="1140000">
                    <a:off x="5300" y="4531"/>
                    <a:ext cx="1273" cy="386"/>
                  </a:xfrm>
                  <a:prstGeom prst="rect">
                    <a:avLst/>
                  </a:prstGeom>
                  <a:blipFill rotWithShape="1">
                    <a:blip r:embed="rId44"/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8" name="文本框 27"/>
                  <p:cNvSpPr txBox="1"/>
                  <p:nvPr/>
                </p:nvSpPr>
                <p:spPr>
                  <a:xfrm rot="1080000">
                    <a:off x="5020" y="4033"/>
                    <a:ext cx="1696" cy="38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US" altLang="zh-CN" sz="10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10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𝑜</m:t>
                              </m:r>
                            </m:e>
                            <m:sub>
                              <m:r>
                                <a:rPr lang="en-US" altLang="zh-CN" sz="10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𝑡</m:t>
                              </m:r>
                            </m:sub>
                            <m:sup>
                              <m:r>
                                <a:rPr lang="en-US" altLang="zh-CN" sz="10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𝑚</m:t>
                              </m:r>
                            </m:sup>
                          </m:sSubSup>
                          <m:r>
                            <a:rPr lang="en-US" altLang="zh-CN" sz="10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sz="10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0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altLang="zh-CN" sz="10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altLang="zh-CN" sz="10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lang="en-US" altLang="zh-CN" sz="10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10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altLang="zh-CN" sz="10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𝑡</m:t>
                              </m:r>
                            </m:sub>
                            <m:sup>
                              <m:r>
                                <a:rPr lang="en-US" altLang="zh-CN" sz="10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𝑚</m:t>
                              </m:r>
                            </m:sup>
                          </m:sSubSup>
                        </m:oMath>
                      </m:oMathPara>
                    </a14:m>
                    <a:endParaRPr lang="zh-CN" altLang="en-US" sz="1000"/>
                  </a:p>
                </p:txBody>
              </p:sp>
            </mc:Choice>
            <mc:Fallback xmlns="">
              <p:sp>
                <p:nvSpPr>
                  <p:cNvPr id="28" name="文本框 27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rot="1080000">
                    <a:off x="5020" y="4033"/>
                    <a:ext cx="1696" cy="386"/>
                  </a:xfrm>
                  <a:prstGeom prst="rect">
                    <a:avLst/>
                  </a:prstGeom>
                  <a:blipFill rotWithShape="1">
                    <a:blip r:embed="rId45"/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34" name="文本框 33"/>
            <p:cNvSpPr txBox="1"/>
            <p:nvPr/>
          </p:nvSpPr>
          <p:spPr>
            <a:xfrm rot="16980000">
              <a:off x="6124" y="3559"/>
              <a:ext cx="785" cy="673"/>
            </a:xfrm>
            <a:prstGeom prst="rect">
              <a:avLst/>
            </a:prstGeom>
            <a:noFill/>
          </p:spPr>
          <p:txBody>
            <a:bodyPr wrap="none" rtlCol="0" anchor="t">
              <a:noAutofit/>
            </a:bodyPr>
            <a:lstStyle/>
            <a:p>
              <a:r>
                <a:rPr lang="zh-CN" altLang="en-US" sz="1200">
                  <a:cs typeface="Arial" panose="020B0604020202020204" pitchFamily="34" charset="0"/>
                </a:rPr>
                <a:t>…</a:t>
              </a:r>
            </a:p>
          </p:txBody>
        </p:sp>
      </p:grpSp>
      <p:sp>
        <p:nvSpPr>
          <p:cNvPr id="14" name="矩形 13"/>
          <p:cNvSpPr/>
          <p:nvPr/>
        </p:nvSpPr>
        <p:spPr>
          <a:xfrm>
            <a:off x="4043317" y="1751434"/>
            <a:ext cx="3974378" cy="3837806"/>
          </a:xfrm>
          <a:prstGeom prst="rect">
            <a:avLst/>
          </a:prstGeom>
          <a:pattFill prst="pct20">
            <a:fgClr>
              <a:schemeClr val="accent1"/>
            </a:fgClr>
            <a:bgClr>
              <a:schemeClr val="bg1"/>
            </a:bgClr>
          </a:pattFill>
          <a:ln w="19050" cmpd="sng">
            <a:solidFill>
              <a:schemeClr val="accent1">
                <a:shade val="50000"/>
              </a:schemeClr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70" name="组合 169"/>
          <p:cNvGrpSpPr/>
          <p:nvPr/>
        </p:nvGrpSpPr>
        <p:grpSpPr>
          <a:xfrm>
            <a:off x="4299880" y="3367423"/>
            <a:ext cx="1328608" cy="863556"/>
            <a:chOff x="9591" y="4293"/>
            <a:chExt cx="1973" cy="1290"/>
          </a:xfrm>
        </p:grpSpPr>
        <p:sp>
          <p:nvSpPr>
            <p:cNvPr id="647" name="矩形: 圆角 646"/>
            <p:cNvSpPr/>
            <p:nvPr/>
          </p:nvSpPr>
          <p:spPr>
            <a:xfrm>
              <a:off x="9591" y="4472"/>
              <a:ext cx="1774" cy="1111"/>
            </a:xfrm>
            <a:prstGeom prst="roundRect">
              <a:avLst>
                <a:gd name="adj" fmla="val 5391"/>
              </a:avLst>
            </a:prstGeom>
            <a:solidFill>
              <a:srgbClr val="C2E6FF"/>
            </a:solidFill>
            <a:ln w="19050">
              <a:solidFill>
                <a:srgbClr val="3F93CB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48" name="文本框 647"/>
            <p:cNvSpPr txBox="1"/>
            <p:nvPr/>
          </p:nvSpPr>
          <p:spPr>
            <a:xfrm>
              <a:off x="9772" y="4293"/>
              <a:ext cx="1385" cy="362"/>
            </a:xfrm>
            <a:prstGeom prst="homePlate">
              <a:avLst/>
            </a:prstGeom>
            <a:solidFill>
              <a:srgbClr val="3F93CB"/>
            </a:solidFill>
            <a:ln>
              <a:noFill/>
            </a:ln>
            <a:effectLst>
              <a:outerShdw blurRad="76200" dir="18900000" sy="23000" kx="-1200000" algn="bl" rotWithShape="0">
                <a:prstClr val="black">
                  <a:alpha val="2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900" b="1" dirty="0">
                  <a:latin typeface="Arial" panose="020B0604020202020204" pitchFamily="34" charset="0"/>
                  <a:cs typeface="Arial" panose="020B0604020202020204" pitchFamily="34" charset="0"/>
                </a:rPr>
                <a:t>Actor</a:t>
              </a:r>
              <a:r>
                <a:rPr lang="en-US" altLang="zh-CN" sz="900" b="1" baseline="-25000" dirty="0">
                  <a:latin typeface="Arial" panose="020B0604020202020204" pitchFamily="34" charset="0"/>
                  <a:cs typeface="Arial" panose="020B0604020202020204" pitchFamily="34" charset="0"/>
                </a:rPr>
                <a:t>old</a:t>
              </a:r>
              <a:r>
                <a:rPr lang="zh-CN" altLang="en-US" sz="900" b="1" dirty="0">
                  <a:latin typeface="Arial" panose="020B0604020202020204" pitchFamily="34" charset="0"/>
                  <a:cs typeface="Arial" panose="020B0604020202020204" pitchFamily="34" charset="0"/>
                </a:rPr>
                <a:t>网络</a:t>
              </a:r>
            </a:p>
          </p:txBody>
        </p:sp>
        <p:grpSp>
          <p:nvGrpSpPr>
            <p:cNvPr id="106" name="组合 105"/>
            <p:cNvGrpSpPr/>
            <p:nvPr/>
          </p:nvGrpSpPr>
          <p:grpSpPr>
            <a:xfrm>
              <a:off x="9726" y="4748"/>
              <a:ext cx="1431" cy="728"/>
              <a:chOff x="3940" y="3359"/>
              <a:chExt cx="4314" cy="3975"/>
            </a:xfrm>
          </p:grpSpPr>
          <p:grpSp>
            <p:nvGrpSpPr>
              <p:cNvPr id="107" name="组合 106"/>
              <p:cNvGrpSpPr/>
              <p:nvPr/>
            </p:nvGrpSpPr>
            <p:grpSpPr>
              <a:xfrm>
                <a:off x="3940" y="3359"/>
                <a:ext cx="4314" cy="3975"/>
                <a:chOff x="7453737" y="7967217"/>
                <a:chExt cx="1191419" cy="993886"/>
              </a:xfrm>
            </p:grpSpPr>
            <p:sp>
              <p:nvSpPr>
                <p:cNvPr id="108" name="椭圆 107"/>
                <p:cNvSpPr/>
                <p:nvPr/>
              </p:nvSpPr>
              <p:spPr>
                <a:xfrm>
                  <a:off x="7892606" y="7967217"/>
                  <a:ext cx="172800" cy="172355"/>
                </a:xfrm>
                <a:prstGeom prst="ellipse">
                  <a:avLst/>
                </a:prstGeom>
                <a:solidFill>
                  <a:srgbClr val="FC6B79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53752" tIns="26876" rIns="53752" bIns="26876" numCol="1" spcCol="0" rtlCol="0" fromWordArt="0" anchor="ctr" anchorCtr="0" forceAA="0" compatLnSpc="1">
                  <a:noAutofit/>
                </a:bodyPr>
                <a:lstStyle/>
                <a:p>
                  <a:pPr algn="ctr"/>
                  <a:endParaRPr lang="zh-CN" altLang="en-US" sz="1060"/>
                </a:p>
              </p:txBody>
            </p:sp>
            <p:sp>
              <p:nvSpPr>
                <p:cNvPr id="109" name="椭圆 108"/>
                <p:cNvSpPr/>
                <p:nvPr/>
              </p:nvSpPr>
              <p:spPr>
                <a:xfrm>
                  <a:off x="7893701" y="8240915"/>
                  <a:ext cx="172800" cy="172355"/>
                </a:xfrm>
                <a:prstGeom prst="ellipse">
                  <a:avLst/>
                </a:prstGeom>
                <a:solidFill>
                  <a:srgbClr val="FC6B79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53752" tIns="26876" rIns="53752" bIns="26876" numCol="1" spcCol="0" rtlCol="0" fromWordArt="0" anchor="ctr" anchorCtr="0" forceAA="0" compatLnSpc="1">
                  <a:noAutofit/>
                </a:bodyPr>
                <a:lstStyle/>
                <a:p>
                  <a:pPr algn="ctr"/>
                  <a:endParaRPr lang="zh-CN" altLang="en-US" sz="1060"/>
                </a:p>
              </p:txBody>
            </p:sp>
            <p:sp>
              <p:nvSpPr>
                <p:cNvPr id="110" name="椭圆 109"/>
                <p:cNvSpPr/>
                <p:nvPr/>
              </p:nvSpPr>
              <p:spPr>
                <a:xfrm>
                  <a:off x="7893711" y="8514799"/>
                  <a:ext cx="172800" cy="172355"/>
                </a:xfrm>
                <a:prstGeom prst="ellipse">
                  <a:avLst/>
                </a:prstGeom>
                <a:solidFill>
                  <a:srgbClr val="FC6B79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53752" tIns="26876" rIns="53752" bIns="26876" numCol="1" spcCol="0" rtlCol="0" fromWordArt="0" anchor="ctr" anchorCtr="0" forceAA="0" compatLnSpc="1">
                  <a:noAutofit/>
                </a:bodyPr>
                <a:lstStyle/>
                <a:p>
                  <a:pPr algn="ctr"/>
                  <a:endParaRPr lang="zh-CN" altLang="en-US" sz="1060"/>
                </a:p>
              </p:txBody>
            </p:sp>
            <p:sp>
              <p:nvSpPr>
                <p:cNvPr id="111" name="椭圆 110"/>
                <p:cNvSpPr/>
                <p:nvPr/>
              </p:nvSpPr>
              <p:spPr>
                <a:xfrm>
                  <a:off x="7908488" y="8788748"/>
                  <a:ext cx="172800" cy="172355"/>
                </a:xfrm>
                <a:prstGeom prst="ellipse">
                  <a:avLst/>
                </a:prstGeom>
                <a:solidFill>
                  <a:srgbClr val="FC6B79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53752" tIns="26876" rIns="53752" bIns="26876" numCol="1" spcCol="0" rtlCol="0" fromWordArt="0" anchor="ctr" anchorCtr="0" forceAA="0" compatLnSpc="1">
                  <a:noAutofit/>
                </a:bodyPr>
                <a:lstStyle/>
                <a:p>
                  <a:pPr algn="ctr"/>
                  <a:endParaRPr lang="zh-CN" altLang="en-US" sz="1060"/>
                </a:p>
              </p:txBody>
            </p:sp>
            <p:sp>
              <p:nvSpPr>
                <p:cNvPr id="112" name="矩形: 圆角 1701"/>
                <p:cNvSpPr>
                  <a:spLocks noChangeAspect="1"/>
                </p:cNvSpPr>
                <p:nvPr/>
              </p:nvSpPr>
              <p:spPr>
                <a:xfrm>
                  <a:off x="8472356" y="8181625"/>
                  <a:ext cx="172800" cy="172800"/>
                </a:xfrm>
                <a:prstGeom prst="roundRect">
                  <a:avLst/>
                </a:prstGeom>
                <a:solidFill>
                  <a:srgbClr val="66C1FF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53752" tIns="26876" rIns="53752" bIns="26876" numCol="1" spcCol="0" rtlCol="0" fromWordArt="0" anchor="ctr" anchorCtr="0" forceAA="0" compatLnSpc="1">
                  <a:noAutofit/>
                </a:bodyPr>
                <a:lstStyle/>
                <a:p>
                  <a:pPr algn="ctr"/>
                  <a:endParaRPr lang="zh-CN" altLang="en-US" sz="1060"/>
                </a:p>
              </p:txBody>
            </p:sp>
            <p:sp>
              <p:nvSpPr>
                <p:cNvPr id="113" name="矩形: 圆角 1702"/>
                <p:cNvSpPr/>
                <p:nvPr/>
              </p:nvSpPr>
              <p:spPr>
                <a:xfrm>
                  <a:off x="8471607" y="8573673"/>
                  <a:ext cx="173436" cy="173436"/>
                </a:xfrm>
                <a:prstGeom prst="roundRect">
                  <a:avLst/>
                </a:prstGeom>
                <a:solidFill>
                  <a:srgbClr val="66C1FF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53752" tIns="26876" rIns="53752" bIns="26876" numCol="1" spcCol="0" rtlCol="0" fromWordArt="0" anchor="ctr" anchorCtr="0" forceAA="0" compatLnSpc="1">
                  <a:noAutofit/>
                </a:bodyPr>
                <a:lstStyle/>
                <a:p>
                  <a:pPr algn="ctr"/>
                  <a:endParaRPr lang="zh-CN" altLang="en-US" sz="1060"/>
                </a:p>
              </p:txBody>
            </p:sp>
            <p:sp>
              <p:nvSpPr>
                <p:cNvPr id="114" name="椭圆 113"/>
                <p:cNvSpPr/>
                <p:nvPr/>
              </p:nvSpPr>
              <p:spPr>
                <a:xfrm flipH="1">
                  <a:off x="7454636" y="8085594"/>
                  <a:ext cx="172800" cy="172355"/>
                </a:xfrm>
                <a:prstGeom prst="ellipse">
                  <a:avLst/>
                </a:prstGeom>
                <a:solidFill>
                  <a:srgbClr val="FFE08A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53752" tIns="26876" rIns="53752" bIns="26876" numCol="1" spcCol="0" rtlCol="0" fromWordArt="0" anchor="ctr" anchorCtr="0" forceAA="0" compatLnSpc="1">
                  <a:noAutofit/>
                </a:bodyPr>
                <a:lstStyle/>
                <a:p>
                  <a:pPr algn="ctr"/>
                  <a:endParaRPr lang="zh-CN" altLang="en-US" sz="1060"/>
                </a:p>
              </p:txBody>
            </p:sp>
            <p:sp>
              <p:nvSpPr>
                <p:cNvPr id="115" name="椭圆 114"/>
                <p:cNvSpPr/>
                <p:nvPr/>
              </p:nvSpPr>
              <p:spPr>
                <a:xfrm flipH="1">
                  <a:off x="7453737" y="8386374"/>
                  <a:ext cx="172800" cy="172355"/>
                </a:xfrm>
                <a:prstGeom prst="ellipse">
                  <a:avLst/>
                </a:prstGeom>
                <a:solidFill>
                  <a:srgbClr val="FFE08A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53752" tIns="26876" rIns="53752" bIns="26876" numCol="1" spcCol="0" rtlCol="0" fromWordArt="0" anchor="ctr" anchorCtr="0" forceAA="0" compatLnSpc="1">
                  <a:noAutofit/>
                </a:bodyPr>
                <a:lstStyle/>
                <a:p>
                  <a:pPr algn="ctr"/>
                  <a:endParaRPr lang="zh-CN" altLang="en-US" sz="1060"/>
                </a:p>
              </p:txBody>
            </p:sp>
            <p:sp>
              <p:nvSpPr>
                <p:cNvPr id="116" name="椭圆 115"/>
                <p:cNvSpPr/>
                <p:nvPr/>
              </p:nvSpPr>
              <p:spPr>
                <a:xfrm flipH="1">
                  <a:off x="7454570" y="8687240"/>
                  <a:ext cx="172800" cy="172355"/>
                </a:xfrm>
                <a:prstGeom prst="ellipse">
                  <a:avLst/>
                </a:prstGeom>
                <a:solidFill>
                  <a:srgbClr val="FFE08A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53752" tIns="26876" rIns="53752" bIns="26876" numCol="1" spcCol="0" rtlCol="0" fromWordArt="0" anchor="ctr" anchorCtr="0" forceAA="0" compatLnSpc="1">
                  <a:noAutofit/>
                </a:bodyPr>
                <a:lstStyle/>
                <a:p>
                  <a:pPr algn="ctr"/>
                  <a:endParaRPr lang="zh-CN" altLang="en-US" sz="1060"/>
                </a:p>
              </p:txBody>
            </p:sp>
            <p:cxnSp>
              <p:nvCxnSpPr>
                <p:cNvPr id="117" name="直接连接符 116"/>
                <p:cNvCxnSpPr>
                  <a:stCxn id="108" idx="2"/>
                  <a:endCxn id="114" idx="2"/>
                </p:cNvCxnSpPr>
                <p:nvPr/>
              </p:nvCxnSpPr>
              <p:spPr>
                <a:xfrm flipH="1">
                  <a:off x="7627453" y="8053674"/>
                  <a:ext cx="265240" cy="118347"/>
                </a:xfrm>
                <a:prstGeom prst="line">
                  <a:avLst/>
                </a:prstGeom>
                <a:ln w="12700">
                  <a:solidFill>
                    <a:schemeClr val="bg1">
                      <a:lumMod val="50000"/>
                    </a:schemeClr>
                  </a:solidFill>
                </a:ln>
                <a:effectLst>
                  <a:softEdge rad="0"/>
                </a:effectLst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8" name="直接连接符 117"/>
                <p:cNvCxnSpPr>
                  <a:stCxn id="114" idx="2"/>
                  <a:endCxn id="109" idx="2"/>
                </p:cNvCxnSpPr>
                <p:nvPr/>
              </p:nvCxnSpPr>
              <p:spPr>
                <a:xfrm>
                  <a:off x="7627436" y="8172052"/>
                  <a:ext cx="266181" cy="155365"/>
                </a:xfrm>
                <a:prstGeom prst="line">
                  <a:avLst/>
                </a:prstGeom>
                <a:ln w="12700">
                  <a:solidFill>
                    <a:schemeClr val="bg1">
                      <a:lumMod val="50000"/>
                    </a:schemeClr>
                  </a:solidFill>
                </a:ln>
                <a:effectLst>
                  <a:softEdge rad="0"/>
                </a:effectLst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9" name="直接连接符 118"/>
                <p:cNvCxnSpPr>
                  <a:stCxn id="115" idx="2"/>
                  <a:endCxn id="109" idx="2"/>
                </p:cNvCxnSpPr>
                <p:nvPr/>
              </p:nvCxnSpPr>
              <p:spPr>
                <a:xfrm flipV="1">
                  <a:off x="7626537" y="8327252"/>
                  <a:ext cx="267123" cy="145549"/>
                </a:xfrm>
                <a:prstGeom prst="line">
                  <a:avLst/>
                </a:prstGeom>
                <a:ln w="12700">
                  <a:solidFill>
                    <a:schemeClr val="bg1">
                      <a:lumMod val="50000"/>
                    </a:schemeClr>
                  </a:solidFill>
                </a:ln>
                <a:effectLst>
                  <a:softEdge rad="0"/>
                </a:effectLst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0" name="直接连接符 119"/>
                <p:cNvCxnSpPr>
                  <a:stCxn id="116" idx="2"/>
                  <a:endCxn id="109" idx="2"/>
                </p:cNvCxnSpPr>
                <p:nvPr/>
              </p:nvCxnSpPr>
              <p:spPr>
                <a:xfrm flipV="1">
                  <a:off x="7627370" y="8327203"/>
                  <a:ext cx="266181" cy="446183"/>
                </a:xfrm>
                <a:prstGeom prst="line">
                  <a:avLst/>
                </a:prstGeom>
                <a:ln w="12700">
                  <a:solidFill>
                    <a:schemeClr val="bg1">
                      <a:lumMod val="50000"/>
                    </a:schemeClr>
                  </a:solidFill>
                </a:ln>
                <a:effectLst>
                  <a:softEdge rad="0"/>
                </a:effectLst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1" name="直接连接符 120"/>
                <p:cNvCxnSpPr>
                  <a:stCxn id="116" idx="2"/>
                  <a:endCxn id="110" idx="2"/>
                </p:cNvCxnSpPr>
                <p:nvPr/>
              </p:nvCxnSpPr>
              <p:spPr>
                <a:xfrm flipV="1">
                  <a:off x="7627370" y="8601194"/>
                  <a:ext cx="266181" cy="172191"/>
                </a:xfrm>
                <a:prstGeom prst="line">
                  <a:avLst/>
                </a:prstGeom>
                <a:ln w="12700">
                  <a:solidFill>
                    <a:schemeClr val="bg1">
                      <a:lumMod val="50000"/>
                    </a:schemeClr>
                  </a:solidFill>
                </a:ln>
                <a:effectLst>
                  <a:softEdge rad="0"/>
                </a:effectLst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2" name="直接连接符 121"/>
                <p:cNvCxnSpPr>
                  <a:stCxn id="116" idx="2"/>
                  <a:endCxn id="111" idx="2"/>
                </p:cNvCxnSpPr>
                <p:nvPr/>
              </p:nvCxnSpPr>
              <p:spPr>
                <a:xfrm>
                  <a:off x="7627370" y="8773388"/>
                  <a:ext cx="281008" cy="101520"/>
                </a:xfrm>
                <a:prstGeom prst="line">
                  <a:avLst/>
                </a:prstGeom>
                <a:ln w="12700">
                  <a:solidFill>
                    <a:schemeClr val="bg1">
                      <a:lumMod val="50000"/>
                    </a:schemeClr>
                  </a:solidFill>
                </a:ln>
                <a:effectLst>
                  <a:softEdge rad="0"/>
                </a:effectLst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3" name="直接连接符 122"/>
                <p:cNvCxnSpPr>
                  <a:stCxn id="110" idx="2"/>
                  <a:endCxn id="114" idx="2"/>
                </p:cNvCxnSpPr>
                <p:nvPr/>
              </p:nvCxnSpPr>
              <p:spPr>
                <a:xfrm flipH="1" flipV="1">
                  <a:off x="7627382" y="8171901"/>
                  <a:ext cx="266181" cy="429357"/>
                </a:xfrm>
                <a:prstGeom prst="line">
                  <a:avLst/>
                </a:prstGeom>
                <a:ln w="12700">
                  <a:solidFill>
                    <a:schemeClr val="bg1">
                      <a:lumMod val="50000"/>
                    </a:schemeClr>
                  </a:solidFill>
                </a:ln>
                <a:effectLst>
                  <a:softEdge rad="0"/>
                </a:effectLst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4" name="直接连接符 123"/>
                <p:cNvCxnSpPr>
                  <a:stCxn id="110" idx="2"/>
                  <a:endCxn id="115" idx="2"/>
                </p:cNvCxnSpPr>
                <p:nvPr/>
              </p:nvCxnSpPr>
              <p:spPr>
                <a:xfrm flipH="1" flipV="1">
                  <a:off x="7626440" y="8472813"/>
                  <a:ext cx="267123" cy="128443"/>
                </a:xfrm>
                <a:prstGeom prst="line">
                  <a:avLst/>
                </a:prstGeom>
                <a:ln w="12700">
                  <a:solidFill>
                    <a:schemeClr val="bg1">
                      <a:lumMod val="50000"/>
                    </a:schemeClr>
                  </a:solidFill>
                </a:ln>
                <a:effectLst>
                  <a:softEdge rad="0"/>
                </a:effectLst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5" name="直接连接符 124"/>
                <p:cNvCxnSpPr>
                  <a:stCxn id="111" idx="2"/>
                  <a:endCxn id="114" idx="2"/>
                </p:cNvCxnSpPr>
                <p:nvPr/>
              </p:nvCxnSpPr>
              <p:spPr>
                <a:xfrm flipH="1" flipV="1">
                  <a:off x="7627350" y="8171826"/>
                  <a:ext cx="281008" cy="703068"/>
                </a:xfrm>
                <a:prstGeom prst="line">
                  <a:avLst/>
                </a:prstGeom>
                <a:ln w="12700">
                  <a:solidFill>
                    <a:schemeClr val="bg1">
                      <a:lumMod val="50000"/>
                    </a:schemeClr>
                  </a:solidFill>
                </a:ln>
                <a:effectLst>
                  <a:softEdge rad="0"/>
                </a:effectLst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6" name="直接连接符 125"/>
                <p:cNvCxnSpPr>
                  <a:stCxn id="115" idx="2"/>
                  <a:endCxn id="108" idx="2"/>
                </p:cNvCxnSpPr>
                <p:nvPr/>
              </p:nvCxnSpPr>
              <p:spPr>
                <a:xfrm flipV="1">
                  <a:off x="7626537" y="8053541"/>
                  <a:ext cx="266181" cy="419261"/>
                </a:xfrm>
                <a:prstGeom prst="line">
                  <a:avLst/>
                </a:prstGeom>
                <a:ln w="12700">
                  <a:solidFill>
                    <a:schemeClr val="bg1">
                      <a:lumMod val="50000"/>
                    </a:schemeClr>
                  </a:solidFill>
                </a:ln>
                <a:effectLst>
                  <a:softEdge rad="0"/>
                </a:effectLst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7" name="直接连接符 126"/>
                <p:cNvCxnSpPr>
                  <a:stCxn id="116" idx="2"/>
                  <a:endCxn id="108" idx="2"/>
                </p:cNvCxnSpPr>
                <p:nvPr/>
              </p:nvCxnSpPr>
              <p:spPr>
                <a:xfrm flipV="1">
                  <a:off x="7627370" y="8053492"/>
                  <a:ext cx="265240" cy="719895"/>
                </a:xfrm>
                <a:prstGeom prst="line">
                  <a:avLst/>
                </a:prstGeom>
                <a:ln w="12700">
                  <a:solidFill>
                    <a:schemeClr val="bg1">
                      <a:lumMod val="50000"/>
                    </a:schemeClr>
                  </a:solidFill>
                </a:ln>
                <a:effectLst>
                  <a:softEdge rad="0"/>
                </a:effectLst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8" name="直接连接符 127"/>
                <p:cNvCxnSpPr>
                  <a:stCxn id="111" idx="2"/>
                  <a:endCxn id="115" idx="2"/>
                </p:cNvCxnSpPr>
                <p:nvPr/>
              </p:nvCxnSpPr>
              <p:spPr>
                <a:xfrm flipH="1" flipV="1">
                  <a:off x="7626408" y="8472741"/>
                  <a:ext cx="281950" cy="402154"/>
                </a:xfrm>
                <a:prstGeom prst="line">
                  <a:avLst/>
                </a:prstGeom>
                <a:ln w="12700">
                  <a:solidFill>
                    <a:schemeClr val="bg1">
                      <a:lumMod val="50000"/>
                    </a:schemeClr>
                  </a:solidFill>
                </a:ln>
                <a:effectLst>
                  <a:softEdge rad="0"/>
                </a:effectLst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29" name="直接连接符 128"/>
              <p:cNvCxnSpPr>
                <a:stCxn id="108" idx="6"/>
                <a:endCxn id="112" idx="1"/>
              </p:cNvCxnSpPr>
              <p:nvPr/>
            </p:nvCxnSpPr>
            <p:spPr>
              <a:xfrm>
                <a:off x="6155" y="3704"/>
                <a:ext cx="1473" cy="858"/>
              </a:xfrm>
              <a:prstGeom prst="line">
                <a:avLst/>
              </a:prstGeom>
              <a:ln>
                <a:solidFill>
                  <a:srgbClr val="7F7F7F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30" name="直接连接符 129"/>
              <p:cNvCxnSpPr>
                <a:stCxn id="108" idx="6"/>
                <a:endCxn id="113" idx="1"/>
              </p:cNvCxnSpPr>
              <p:nvPr/>
            </p:nvCxnSpPr>
            <p:spPr>
              <a:xfrm>
                <a:off x="6155" y="3704"/>
                <a:ext cx="1470" cy="2427"/>
              </a:xfrm>
              <a:prstGeom prst="line">
                <a:avLst/>
              </a:prstGeom>
              <a:ln>
                <a:solidFill>
                  <a:srgbClr val="7F7F7F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31" name="直接连接符 130"/>
              <p:cNvCxnSpPr>
                <a:stCxn id="109" idx="6"/>
                <a:endCxn id="112" idx="1"/>
              </p:cNvCxnSpPr>
              <p:nvPr/>
            </p:nvCxnSpPr>
            <p:spPr>
              <a:xfrm flipV="1">
                <a:off x="6159" y="4562"/>
                <a:ext cx="1469" cy="237"/>
              </a:xfrm>
              <a:prstGeom prst="line">
                <a:avLst/>
              </a:prstGeom>
              <a:ln>
                <a:solidFill>
                  <a:srgbClr val="7F7F7F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32" name="直接连接符 131"/>
              <p:cNvCxnSpPr>
                <a:stCxn id="109" idx="6"/>
                <a:endCxn id="113" idx="1"/>
              </p:cNvCxnSpPr>
              <p:nvPr/>
            </p:nvCxnSpPr>
            <p:spPr>
              <a:xfrm>
                <a:off x="6159" y="4799"/>
                <a:ext cx="1466" cy="1332"/>
              </a:xfrm>
              <a:prstGeom prst="line">
                <a:avLst/>
              </a:prstGeom>
              <a:ln>
                <a:solidFill>
                  <a:srgbClr val="7F7F7F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33" name="直接连接符 132"/>
              <p:cNvCxnSpPr>
                <a:stCxn id="110" idx="6"/>
                <a:endCxn id="112" idx="1"/>
              </p:cNvCxnSpPr>
              <p:nvPr/>
            </p:nvCxnSpPr>
            <p:spPr>
              <a:xfrm flipV="1">
                <a:off x="6159" y="4562"/>
                <a:ext cx="1469" cy="1332"/>
              </a:xfrm>
              <a:prstGeom prst="line">
                <a:avLst/>
              </a:prstGeom>
              <a:ln>
                <a:solidFill>
                  <a:srgbClr val="7F7F7F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34" name="直接连接符 133"/>
              <p:cNvCxnSpPr>
                <a:stCxn id="110" idx="6"/>
                <a:endCxn id="113" idx="1"/>
              </p:cNvCxnSpPr>
              <p:nvPr/>
            </p:nvCxnSpPr>
            <p:spPr>
              <a:xfrm>
                <a:off x="6159" y="5894"/>
                <a:ext cx="1466" cy="237"/>
              </a:xfrm>
              <a:prstGeom prst="line">
                <a:avLst/>
              </a:prstGeom>
              <a:ln>
                <a:solidFill>
                  <a:srgbClr val="7F7F7F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35" name="直接连接符 134"/>
              <p:cNvCxnSpPr>
                <a:stCxn id="111" idx="6"/>
                <a:endCxn id="112" idx="1"/>
              </p:cNvCxnSpPr>
              <p:nvPr/>
            </p:nvCxnSpPr>
            <p:spPr>
              <a:xfrm flipV="1">
                <a:off x="6212" y="4563"/>
                <a:ext cx="1416" cy="2427"/>
              </a:xfrm>
              <a:prstGeom prst="line">
                <a:avLst/>
              </a:prstGeom>
              <a:ln>
                <a:solidFill>
                  <a:srgbClr val="7F7F7F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36" name="直接连接符 135"/>
              <p:cNvCxnSpPr>
                <a:stCxn id="111" idx="6"/>
                <a:endCxn id="113" idx="1"/>
              </p:cNvCxnSpPr>
              <p:nvPr/>
            </p:nvCxnSpPr>
            <p:spPr>
              <a:xfrm flipV="1">
                <a:off x="6212" y="6132"/>
                <a:ext cx="1414" cy="858"/>
              </a:xfrm>
              <a:prstGeom prst="line">
                <a:avLst/>
              </a:prstGeom>
              <a:ln>
                <a:solidFill>
                  <a:srgbClr val="7F7F7F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8" name="文本框 167"/>
                <p:cNvSpPr txBox="1"/>
                <p:nvPr/>
              </p:nvSpPr>
              <p:spPr>
                <a:xfrm>
                  <a:off x="10616" y="4552"/>
                  <a:ext cx="948" cy="52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sz="10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10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zh-CN" sz="10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𝑜𝑙𝑑</m:t>
                            </m:r>
                          </m:sub>
                          <m:sup>
                            <m:r>
                              <a:rPr lang="en-US" altLang="zh-CN" sz="10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𝑚</m:t>
                            </m:r>
                          </m:sup>
                        </m:sSubSup>
                      </m:oMath>
                    </m:oMathPara>
                  </a14:m>
                  <a:endParaRPr lang="zh-CN" altLang="en-US" sz="1000"/>
                </a:p>
              </p:txBody>
            </p:sp>
          </mc:Choice>
          <mc:Fallback xmlns="">
            <p:sp>
              <p:nvSpPr>
                <p:cNvPr id="168" name="文本框 16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616" y="4552"/>
                  <a:ext cx="948" cy="523"/>
                </a:xfrm>
                <a:prstGeom prst="rect">
                  <a:avLst/>
                </a:prstGeom>
                <a:blipFill rotWithShape="1">
                  <a:blip r:embed="rId46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694" name="矩形: 圆角 693"/>
          <p:cNvSpPr/>
          <p:nvPr/>
        </p:nvSpPr>
        <p:spPr>
          <a:xfrm>
            <a:off x="4299880" y="2351238"/>
            <a:ext cx="1171707" cy="750424"/>
          </a:xfrm>
          <a:prstGeom prst="roundRect">
            <a:avLst>
              <a:gd name="adj" fmla="val 4264"/>
            </a:avLst>
          </a:prstGeom>
          <a:solidFill>
            <a:srgbClr val="FFD9D9"/>
          </a:solidFill>
          <a:ln w="19050">
            <a:solidFill>
              <a:srgbClr val="C00000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38" name="文本框 737"/>
          <p:cNvSpPr txBox="1"/>
          <p:nvPr/>
        </p:nvSpPr>
        <p:spPr>
          <a:xfrm>
            <a:off x="4438599" y="2232081"/>
            <a:ext cx="814808" cy="242331"/>
          </a:xfrm>
          <a:prstGeom prst="homePlate">
            <a:avLst/>
          </a:prstGeom>
          <a:solidFill>
            <a:srgbClr val="E76F6F"/>
          </a:solidFill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txBody>
          <a:bodyPr wrap="none" rtlCol="0">
            <a:spAutoFit/>
          </a:bodyPr>
          <a:lstStyle/>
          <a:p>
            <a:pPr algn="ctr"/>
            <a:r>
              <a:rPr lang="en-US" altLang="zh-CN" sz="900" b="1" dirty="0">
                <a:latin typeface="Arial" panose="020B0604020202020204" pitchFamily="34" charset="0"/>
                <a:cs typeface="Arial" panose="020B0604020202020204" pitchFamily="34" charset="0"/>
              </a:rPr>
              <a:t>Actor</a:t>
            </a:r>
            <a:r>
              <a:rPr lang="zh-CN" altLang="en-US" sz="900" b="1" dirty="0">
                <a:latin typeface="Arial" panose="020B0604020202020204" pitchFamily="34" charset="0"/>
                <a:cs typeface="Arial" panose="020B0604020202020204" pitchFamily="34" charset="0"/>
              </a:rPr>
              <a:t>网络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1" name="文本框 170"/>
              <p:cNvSpPr txBox="1"/>
              <p:nvPr/>
            </p:nvSpPr>
            <p:spPr>
              <a:xfrm>
                <a:off x="5107280" y="2355924"/>
                <a:ext cx="432320" cy="258397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1000" i="1" smtClean="0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0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US" altLang="zh-CN" sz="1000" i="1" smtClean="0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𝑚</m:t>
                          </m:r>
                        </m:sup>
                      </m:sSup>
                    </m:oMath>
                  </m:oMathPara>
                </a14:m>
                <a:endParaRPr lang="zh-CN" altLang="en-US" sz="1000" dirty="0"/>
              </a:p>
            </p:txBody>
          </p:sp>
        </mc:Choice>
        <mc:Fallback>
          <p:sp>
            <p:nvSpPr>
              <p:cNvPr id="171" name="文本框 17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7280" y="2355924"/>
                <a:ext cx="432320" cy="258397"/>
              </a:xfrm>
              <a:prstGeom prst="rect">
                <a:avLst/>
              </a:prstGeom>
              <a:blipFill>
                <a:blip r:embed="rId4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74" name="组合 173"/>
          <p:cNvGrpSpPr/>
          <p:nvPr/>
        </p:nvGrpSpPr>
        <p:grpSpPr>
          <a:xfrm>
            <a:off x="4288433" y="4445864"/>
            <a:ext cx="1268003" cy="884978"/>
            <a:chOff x="7359" y="5911"/>
            <a:chExt cx="1859" cy="1242"/>
          </a:xfrm>
        </p:grpSpPr>
        <p:sp>
          <p:nvSpPr>
            <p:cNvPr id="593" name="矩形: 圆角 592"/>
            <p:cNvSpPr/>
            <p:nvPr/>
          </p:nvSpPr>
          <p:spPr>
            <a:xfrm>
              <a:off x="7359" y="6080"/>
              <a:ext cx="1743" cy="1073"/>
            </a:xfrm>
            <a:prstGeom prst="roundRect">
              <a:avLst>
                <a:gd name="adj" fmla="val 7646"/>
              </a:avLst>
            </a:prstGeom>
            <a:solidFill>
              <a:srgbClr val="F9D9C3"/>
            </a:solidFill>
            <a:ln w="19050">
              <a:solidFill>
                <a:schemeClr val="accent2">
                  <a:lumMod val="50000"/>
                </a:schemeClr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48" name="文本框 747"/>
            <p:cNvSpPr txBox="1"/>
            <p:nvPr/>
          </p:nvSpPr>
          <p:spPr>
            <a:xfrm>
              <a:off x="7470" y="5911"/>
              <a:ext cx="1339" cy="338"/>
            </a:xfrm>
            <a:prstGeom prst="homePlate">
              <a:avLst/>
            </a:prstGeom>
            <a:solidFill>
              <a:srgbClr val="AF5721"/>
            </a:solidFill>
            <a:ln>
              <a:noFill/>
            </a:ln>
            <a:effectLst>
              <a:outerShdw blurRad="76200" dir="18900000" sy="23000" kx="-1200000" algn="bl" rotWithShape="0">
                <a:prstClr val="black">
                  <a:alpha val="20000"/>
                </a:prstClr>
              </a:outerShdw>
            </a:effectLst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zh-CN" sz="900" b="1" dirty="0">
                  <a:latin typeface="Arial" panose="020B0604020202020204" pitchFamily="34" charset="0"/>
                  <a:cs typeface="Arial" panose="020B0604020202020204" pitchFamily="34" charset="0"/>
                </a:rPr>
                <a:t>Critic</a:t>
              </a:r>
              <a:r>
                <a:rPr lang="zh-CN" altLang="en-US" sz="900" b="1" dirty="0">
                  <a:latin typeface="Arial" panose="020B0604020202020204" pitchFamily="34" charset="0"/>
                  <a:cs typeface="Arial" panose="020B0604020202020204" pitchFamily="34" charset="0"/>
                </a:rPr>
                <a:t>网络</a:t>
              </a:r>
              <a:r>
                <a:rPr lang="en-US" altLang="zh-CN" sz="900" b="1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endParaRPr lang="zh-CN" altLang="en-US" sz="9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137" name="组合 136"/>
            <p:cNvGrpSpPr/>
            <p:nvPr/>
          </p:nvGrpSpPr>
          <p:grpSpPr>
            <a:xfrm>
              <a:off x="7466" y="6328"/>
              <a:ext cx="1431" cy="728"/>
              <a:chOff x="3940" y="3359"/>
              <a:chExt cx="4314" cy="3975"/>
            </a:xfrm>
          </p:grpSpPr>
          <p:grpSp>
            <p:nvGrpSpPr>
              <p:cNvPr id="138" name="组合 137"/>
              <p:cNvGrpSpPr/>
              <p:nvPr/>
            </p:nvGrpSpPr>
            <p:grpSpPr>
              <a:xfrm>
                <a:off x="3940" y="3359"/>
                <a:ext cx="4314" cy="3975"/>
                <a:chOff x="7453737" y="7967217"/>
                <a:chExt cx="1191419" cy="993886"/>
              </a:xfrm>
            </p:grpSpPr>
            <p:sp>
              <p:nvSpPr>
                <p:cNvPr id="139" name="椭圆 138"/>
                <p:cNvSpPr/>
                <p:nvPr/>
              </p:nvSpPr>
              <p:spPr>
                <a:xfrm>
                  <a:off x="7892606" y="7967217"/>
                  <a:ext cx="172800" cy="172355"/>
                </a:xfrm>
                <a:prstGeom prst="ellipse">
                  <a:avLst/>
                </a:prstGeom>
                <a:solidFill>
                  <a:srgbClr val="FC6B79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53752" tIns="26876" rIns="53752" bIns="26876" numCol="1" spcCol="0" rtlCol="0" fromWordArt="0" anchor="ctr" anchorCtr="0" forceAA="0" compatLnSpc="1">
                  <a:noAutofit/>
                </a:bodyPr>
                <a:lstStyle/>
                <a:p>
                  <a:pPr algn="ctr"/>
                  <a:endParaRPr lang="zh-CN" altLang="en-US" sz="1060"/>
                </a:p>
              </p:txBody>
            </p:sp>
            <p:sp>
              <p:nvSpPr>
                <p:cNvPr id="140" name="椭圆 139"/>
                <p:cNvSpPr/>
                <p:nvPr/>
              </p:nvSpPr>
              <p:spPr>
                <a:xfrm>
                  <a:off x="7893701" y="8240915"/>
                  <a:ext cx="172800" cy="172355"/>
                </a:xfrm>
                <a:prstGeom prst="ellipse">
                  <a:avLst/>
                </a:prstGeom>
                <a:solidFill>
                  <a:srgbClr val="FC6B79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53752" tIns="26876" rIns="53752" bIns="26876" numCol="1" spcCol="0" rtlCol="0" fromWordArt="0" anchor="ctr" anchorCtr="0" forceAA="0" compatLnSpc="1">
                  <a:noAutofit/>
                </a:bodyPr>
                <a:lstStyle/>
                <a:p>
                  <a:pPr algn="ctr"/>
                  <a:endParaRPr lang="zh-CN" altLang="en-US" sz="1060"/>
                </a:p>
              </p:txBody>
            </p:sp>
            <p:sp>
              <p:nvSpPr>
                <p:cNvPr id="141" name="椭圆 140"/>
                <p:cNvSpPr/>
                <p:nvPr/>
              </p:nvSpPr>
              <p:spPr>
                <a:xfrm>
                  <a:off x="7893711" y="8514799"/>
                  <a:ext cx="172800" cy="172355"/>
                </a:xfrm>
                <a:prstGeom prst="ellipse">
                  <a:avLst/>
                </a:prstGeom>
                <a:solidFill>
                  <a:srgbClr val="FC6B79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53752" tIns="26876" rIns="53752" bIns="26876" numCol="1" spcCol="0" rtlCol="0" fromWordArt="0" anchor="ctr" anchorCtr="0" forceAA="0" compatLnSpc="1">
                  <a:noAutofit/>
                </a:bodyPr>
                <a:lstStyle/>
                <a:p>
                  <a:pPr algn="ctr"/>
                  <a:endParaRPr lang="zh-CN" altLang="en-US" sz="1060"/>
                </a:p>
              </p:txBody>
            </p:sp>
            <p:sp>
              <p:nvSpPr>
                <p:cNvPr id="142" name="椭圆 141"/>
                <p:cNvSpPr/>
                <p:nvPr/>
              </p:nvSpPr>
              <p:spPr>
                <a:xfrm>
                  <a:off x="7908488" y="8788748"/>
                  <a:ext cx="172800" cy="172355"/>
                </a:xfrm>
                <a:prstGeom prst="ellipse">
                  <a:avLst/>
                </a:prstGeom>
                <a:solidFill>
                  <a:srgbClr val="FC6B79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53752" tIns="26876" rIns="53752" bIns="26876" numCol="1" spcCol="0" rtlCol="0" fromWordArt="0" anchor="ctr" anchorCtr="0" forceAA="0" compatLnSpc="1">
                  <a:noAutofit/>
                </a:bodyPr>
                <a:lstStyle/>
                <a:p>
                  <a:pPr algn="ctr"/>
                  <a:endParaRPr lang="zh-CN" altLang="en-US" sz="1060"/>
                </a:p>
              </p:txBody>
            </p:sp>
            <p:sp>
              <p:nvSpPr>
                <p:cNvPr id="143" name="矩形: 圆角 1701"/>
                <p:cNvSpPr>
                  <a:spLocks noChangeAspect="1"/>
                </p:cNvSpPr>
                <p:nvPr/>
              </p:nvSpPr>
              <p:spPr>
                <a:xfrm>
                  <a:off x="8472356" y="8181625"/>
                  <a:ext cx="172800" cy="172800"/>
                </a:xfrm>
                <a:prstGeom prst="roundRect">
                  <a:avLst/>
                </a:prstGeom>
                <a:solidFill>
                  <a:srgbClr val="66C1FF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53752" tIns="26876" rIns="53752" bIns="26876" numCol="1" spcCol="0" rtlCol="0" fromWordArt="0" anchor="ctr" anchorCtr="0" forceAA="0" compatLnSpc="1">
                  <a:noAutofit/>
                </a:bodyPr>
                <a:lstStyle/>
                <a:p>
                  <a:pPr algn="ctr"/>
                  <a:endParaRPr lang="zh-CN" altLang="en-US" sz="1060"/>
                </a:p>
              </p:txBody>
            </p:sp>
            <p:sp>
              <p:nvSpPr>
                <p:cNvPr id="144" name="矩形: 圆角 1702"/>
                <p:cNvSpPr/>
                <p:nvPr/>
              </p:nvSpPr>
              <p:spPr>
                <a:xfrm>
                  <a:off x="8471607" y="8573673"/>
                  <a:ext cx="173436" cy="173436"/>
                </a:xfrm>
                <a:prstGeom prst="roundRect">
                  <a:avLst/>
                </a:prstGeom>
                <a:solidFill>
                  <a:srgbClr val="66C1FF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53752" tIns="26876" rIns="53752" bIns="26876" numCol="1" spcCol="0" rtlCol="0" fromWordArt="0" anchor="ctr" anchorCtr="0" forceAA="0" compatLnSpc="1">
                  <a:noAutofit/>
                </a:bodyPr>
                <a:lstStyle/>
                <a:p>
                  <a:pPr algn="ctr"/>
                  <a:endParaRPr lang="zh-CN" altLang="en-US" sz="1060"/>
                </a:p>
              </p:txBody>
            </p:sp>
            <p:sp>
              <p:nvSpPr>
                <p:cNvPr id="145" name="椭圆 144"/>
                <p:cNvSpPr/>
                <p:nvPr/>
              </p:nvSpPr>
              <p:spPr>
                <a:xfrm flipH="1">
                  <a:off x="7454636" y="8085594"/>
                  <a:ext cx="172800" cy="172355"/>
                </a:xfrm>
                <a:prstGeom prst="ellipse">
                  <a:avLst/>
                </a:prstGeom>
                <a:solidFill>
                  <a:srgbClr val="FFE08A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53752" tIns="26876" rIns="53752" bIns="26876" numCol="1" spcCol="0" rtlCol="0" fromWordArt="0" anchor="ctr" anchorCtr="0" forceAA="0" compatLnSpc="1">
                  <a:noAutofit/>
                </a:bodyPr>
                <a:lstStyle/>
                <a:p>
                  <a:pPr algn="ctr"/>
                  <a:endParaRPr lang="zh-CN" altLang="en-US" sz="1060"/>
                </a:p>
              </p:txBody>
            </p:sp>
            <p:sp>
              <p:nvSpPr>
                <p:cNvPr id="146" name="椭圆 145"/>
                <p:cNvSpPr/>
                <p:nvPr/>
              </p:nvSpPr>
              <p:spPr>
                <a:xfrm flipH="1">
                  <a:off x="7453737" y="8386374"/>
                  <a:ext cx="172800" cy="172355"/>
                </a:xfrm>
                <a:prstGeom prst="ellipse">
                  <a:avLst/>
                </a:prstGeom>
                <a:solidFill>
                  <a:srgbClr val="FFE08A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53752" tIns="26876" rIns="53752" bIns="26876" numCol="1" spcCol="0" rtlCol="0" fromWordArt="0" anchor="ctr" anchorCtr="0" forceAA="0" compatLnSpc="1">
                  <a:noAutofit/>
                </a:bodyPr>
                <a:lstStyle/>
                <a:p>
                  <a:pPr algn="ctr"/>
                  <a:endParaRPr lang="zh-CN" altLang="en-US" sz="1060"/>
                </a:p>
              </p:txBody>
            </p:sp>
            <p:sp>
              <p:nvSpPr>
                <p:cNvPr id="147" name="椭圆 146"/>
                <p:cNvSpPr/>
                <p:nvPr/>
              </p:nvSpPr>
              <p:spPr>
                <a:xfrm flipH="1">
                  <a:off x="7454570" y="8687240"/>
                  <a:ext cx="172800" cy="172355"/>
                </a:xfrm>
                <a:prstGeom prst="ellipse">
                  <a:avLst/>
                </a:prstGeom>
                <a:solidFill>
                  <a:srgbClr val="FFE08A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53752" tIns="26876" rIns="53752" bIns="26876" numCol="1" spcCol="0" rtlCol="0" fromWordArt="0" anchor="ctr" anchorCtr="0" forceAA="0" compatLnSpc="1">
                  <a:noAutofit/>
                </a:bodyPr>
                <a:lstStyle/>
                <a:p>
                  <a:pPr algn="ctr"/>
                  <a:endParaRPr lang="zh-CN" altLang="en-US" sz="1060"/>
                </a:p>
              </p:txBody>
            </p:sp>
            <p:cxnSp>
              <p:nvCxnSpPr>
                <p:cNvPr id="148" name="直接连接符 147"/>
                <p:cNvCxnSpPr>
                  <a:stCxn id="139" idx="2"/>
                  <a:endCxn id="145" idx="2"/>
                </p:cNvCxnSpPr>
                <p:nvPr/>
              </p:nvCxnSpPr>
              <p:spPr>
                <a:xfrm flipH="1">
                  <a:off x="7627453" y="8053674"/>
                  <a:ext cx="265240" cy="118347"/>
                </a:xfrm>
                <a:prstGeom prst="line">
                  <a:avLst/>
                </a:prstGeom>
                <a:ln w="12700">
                  <a:solidFill>
                    <a:schemeClr val="bg1">
                      <a:lumMod val="50000"/>
                    </a:schemeClr>
                  </a:solidFill>
                </a:ln>
                <a:effectLst>
                  <a:softEdge rad="0"/>
                </a:effectLst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9" name="直接连接符 148"/>
                <p:cNvCxnSpPr>
                  <a:stCxn id="145" idx="2"/>
                  <a:endCxn id="140" idx="2"/>
                </p:cNvCxnSpPr>
                <p:nvPr/>
              </p:nvCxnSpPr>
              <p:spPr>
                <a:xfrm>
                  <a:off x="7627436" y="8172052"/>
                  <a:ext cx="266181" cy="155365"/>
                </a:xfrm>
                <a:prstGeom prst="line">
                  <a:avLst/>
                </a:prstGeom>
                <a:ln w="12700">
                  <a:solidFill>
                    <a:schemeClr val="bg1">
                      <a:lumMod val="50000"/>
                    </a:schemeClr>
                  </a:solidFill>
                </a:ln>
                <a:effectLst>
                  <a:softEdge rad="0"/>
                </a:effectLst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0" name="直接连接符 149"/>
                <p:cNvCxnSpPr>
                  <a:stCxn id="146" idx="2"/>
                  <a:endCxn id="140" idx="2"/>
                </p:cNvCxnSpPr>
                <p:nvPr/>
              </p:nvCxnSpPr>
              <p:spPr>
                <a:xfrm flipV="1">
                  <a:off x="7626537" y="8327252"/>
                  <a:ext cx="267123" cy="145549"/>
                </a:xfrm>
                <a:prstGeom prst="line">
                  <a:avLst/>
                </a:prstGeom>
                <a:ln w="12700">
                  <a:solidFill>
                    <a:schemeClr val="bg1">
                      <a:lumMod val="50000"/>
                    </a:schemeClr>
                  </a:solidFill>
                </a:ln>
                <a:effectLst>
                  <a:softEdge rad="0"/>
                </a:effectLst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1" name="直接连接符 150"/>
                <p:cNvCxnSpPr>
                  <a:stCxn id="147" idx="2"/>
                  <a:endCxn id="140" idx="2"/>
                </p:cNvCxnSpPr>
                <p:nvPr/>
              </p:nvCxnSpPr>
              <p:spPr>
                <a:xfrm flipV="1">
                  <a:off x="7627370" y="8327203"/>
                  <a:ext cx="266181" cy="446183"/>
                </a:xfrm>
                <a:prstGeom prst="line">
                  <a:avLst/>
                </a:prstGeom>
                <a:ln w="12700">
                  <a:solidFill>
                    <a:schemeClr val="bg1">
                      <a:lumMod val="50000"/>
                    </a:schemeClr>
                  </a:solidFill>
                </a:ln>
                <a:effectLst>
                  <a:softEdge rad="0"/>
                </a:effectLst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2" name="直接连接符 151"/>
                <p:cNvCxnSpPr>
                  <a:stCxn id="147" idx="2"/>
                  <a:endCxn id="141" idx="2"/>
                </p:cNvCxnSpPr>
                <p:nvPr/>
              </p:nvCxnSpPr>
              <p:spPr>
                <a:xfrm flipV="1">
                  <a:off x="7627370" y="8601194"/>
                  <a:ext cx="266181" cy="172191"/>
                </a:xfrm>
                <a:prstGeom prst="line">
                  <a:avLst/>
                </a:prstGeom>
                <a:ln w="12700">
                  <a:solidFill>
                    <a:schemeClr val="bg1">
                      <a:lumMod val="50000"/>
                    </a:schemeClr>
                  </a:solidFill>
                </a:ln>
                <a:effectLst>
                  <a:softEdge rad="0"/>
                </a:effectLst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3" name="直接连接符 152"/>
                <p:cNvCxnSpPr>
                  <a:stCxn id="147" idx="2"/>
                  <a:endCxn id="142" idx="2"/>
                </p:cNvCxnSpPr>
                <p:nvPr/>
              </p:nvCxnSpPr>
              <p:spPr>
                <a:xfrm>
                  <a:off x="7627370" y="8773388"/>
                  <a:ext cx="281008" cy="101520"/>
                </a:xfrm>
                <a:prstGeom prst="line">
                  <a:avLst/>
                </a:prstGeom>
                <a:ln w="12700">
                  <a:solidFill>
                    <a:schemeClr val="bg1">
                      <a:lumMod val="50000"/>
                    </a:schemeClr>
                  </a:solidFill>
                </a:ln>
                <a:effectLst>
                  <a:softEdge rad="0"/>
                </a:effectLst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4" name="直接连接符 153"/>
                <p:cNvCxnSpPr>
                  <a:stCxn id="141" idx="2"/>
                  <a:endCxn id="145" idx="2"/>
                </p:cNvCxnSpPr>
                <p:nvPr/>
              </p:nvCxnSpPr>
              <p:spPr>
                <a:xfrm flipH="1" flipV="1">
                  <a:off x="7627382" y="8171901"/>
                  <a:ext cx="266181" cy="429357"/>
                </a:xfrm>
                <a:prstGeom prst="line">
                  <a:avLst/>
                </a:prstGeom>
                <a:ln w="12700">
                  <a:solidFill>
                    <a:schemeClr val="bg1">
                      <a:lumMod val="50000"/>
                    </a:schemeClr>
                  </a:solidFill>
                </a:ln>
                <a:effectLst>
                  <a:softEdge rad="0"/>
                </a:effectLst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5" name="直接连接符 154"/>
                <p:cNvCxnSpPr>
                  <a:stCxn id="141" idx="2"/>
                  <a:endCxn id="146" idx="2"/>
                </p:cNvCxnSpPr>
                <p:nvPr/>
              </p:nvCxnSpPr>
              <p:spPr>
                <a:xfrm flipH="1" flipV="1">
                  <a:off x="7626440" y="8472813"/>
                  <a:ext cx="267123" cy="128443"/>
                </a:xfrm>
                <a:prstGeom prst="line">
                  <a:avLst/>
                </a:prstGeom>
                <a:ln w="12700">
                  <a:solidFill>
                    <a:schemeClr val="bg1">
                      <a:lumMod val="50000"/>
                    </a:schemeClr>
                  </a:solidFill>
                </a:ln>
                <a:effectLst>
                  <a:softEdge rad="0"/>
                </a:effectLst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6" name="直接连接符 155"/>
                <p:cNvCxnSpPr>
                  <a:stCxn id="142" idx="2"/>
                  <a:endCxn id="145" idx="2"/>
                </p:cNvCxnSpPr>
                <p:nvPr/>
              </p:nvCxnSpPr>
              <p:spPr>
                <a:xfrm flipH="1" flipV="1">
                  <a:off x="7627350" y="8171826"/>
                  <a:ext cx="281008" cy="703068"/>
                </a:xfrm>
                <a:prstGeom prst="line">
                  <a:avLst/>
                </a:prstGeom>
                <a:ln w="12700">
                  <a:solidFill>
                    <a:schemeClr val="bg1">
                      <a:lumMod val="50000"/>
                    </a:schemeClr>
                  </a:solidFill>
                </a:ln>
                <a:effectLst>
                  <a:softEdge rad="0"/>
                </a:effectLst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7" name="直接连接符 156"/>
                <p:cNvCxnSpPr>
                  <a:stCxn id="146" idx="2"/>
                  <a:endCxn id="139" idx="2"/>
                </p:cNvCxnSpPr>
                <p:nvPr/>
              </p:nvCxnSpPr>
              <p:spPr>
                <a:xfrm flipV="1">
                  <a:off x="7626537" y="8053541"/>
                  <a:ext cx="266181" cy="419261"/>
                </a:xfrm>
                <a:prstGeom prst="line">
                  <a:avLst/>
                </a:prstGeom>
                <a:ln w="12700">
                  <a:solidFill>
                    <a:schemeClr val="bg1">
                      <a:lumMod val="50000"/>
                    </a:schemeClr>
                  </a:solidFill>
                </a:ln>
                <a:effectLst>
                  <a:softEdge rad="0"/>
                </a:effectLst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8" name="直接连接符 157"/>
                <p:cNvCxnSpPr>
                  <a:stCxn id="147" idx="2"/>
                  <a:endCxn id="139" idx="2"/>
                </p:cNvCxnSpPr>
                <p:nvPr/>
              </p:nvCxnSpPr>
              <p:spPr>
                <a:xfrm flipV="1">
                  <a:off x="7627370" y="8053492"/>
                  <a:ext cx="265240" cy="719895"/>
                </a:xfrm>
                <a:prstGeom prst="line">
                  <a:avLst/>
                </a:prstGeom>
                <a:ln w="12700">
                  <a:solidFill>
                    <a:schemeClr val="bg1">
                      <a:lumMod val="50000"/>
                    </a:schemeClr>
                  </a:solidFill>
                </a:ln>
                <a:effectLst>
                  <a:softEdge rad="0"/>
                </a:effectLst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9" name="直接连接符 158"/>
                <p:cNvCxnSpPr>
                  <a:stCxn id="142" idx="2"/>
                  <a:endCxn id="146" idx="2"/>
                </p:cNvCxnSpPr>
                <p:nvPr/>
              </p:nvCxnSpPr>
              <p:spPr>
                <a:xfrm flipH="1" flipV="1">
                  <a:off x="7626408" y="8472741"/>
                  <a:ext cx="281950" cy="402154"/>
                </a:xfrm>
                <a:prstGeom prst="line">
                  <a:avLst/>
                </a:prstGeom>
                <a:ln w="12700">
                  <a:solidFill>
                    <a:schemeClr val="bg1">
                      <a:lumMod val="50000"/>
                    </a:schemeClr>
                  </a:solidFill>
                </a:ln>
                <a:effectLst>
                  <a:softEdge rad="0"/>
                </a:effectLst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60" name="直接连接符 159"/>
              <p:cNvCxnSpPr>
                <a:stCxn id="139" idx="6"/>
                <a:endCxn id="143" idx="1"/>
              </p:cNvCxnSpPr>
              <p:nvPr/>
            </p:nvCxnSpPr>
            <p:spPr>
              <a:xfrm>
                <a:off x="6155" y="3704"/>
                <a:ext cx="1473" cy="858"/>
              </a:xfrm>
              <a:prstGeom prst="line">
                <a:avLst/>
              </a:prstGeom>
              <a:ln>
                <a:solidFill>
                  <a:srgbClr val="7F7F7F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61" name="直接连接符 160"/>
              <p:cNvCxnSpPr>
                <a:stCxn id="139" idx="6"/>
                <a:endCxn id="144" idx="1"/>
              </p:cNvCxnSpPr>
              <p:nvPr/>
            </p:nvCxnSpPr>
            <p:spPr>
              <a:xfrm>
                <a:off x="6155" y="3704"/>
                <a:ext cx="1470" cy="2427"/>
              </a:xfrm>
              <a:prstGeom prst="line">
                <a:avLst/>
              </a:prstGeom>
              <a:ln>
                <a:solidFill>
                  <a:srgbClr val="7F7F7F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62" name="直接连接符 161"/>
              <p:cNvCxnSpPr>
                <a:stCxn id="140" idx="6"/>
                <a:endCxn id="143" idx="1"/>
              </p:cNvCxnSpPr>
              <p:nvPr/>
            </p:nvCxnSpPr>
            <p:spPr>
              <a:xfrm flipV="1">
                <a:off x="6159" y="4562"/>
                <a:ext cx="1469" cy="237"/>
              </a:xfrm>
              <a:prstGeom prst="line">
                <a:avLst/>
              </a:prstGeom>
              <a:ln>
                <a:solidFill>
                  <a:srgbClr val="7F7F7F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63" name="直接连接符 162"/>
              <p:cNvCxnSpPr>
                <a:stCxn id="140" idx="6"/>
                <a:endCxn id="144" idx="1"/>
              </p:cNvCxnSpPr>
              <p:nvPr/>
            </p:nvCxnSpPr>
            <p:spPr>
              <a:xfrm>
                <a:off x="6159" y="4799"/>
                <a:ext cx="1466" cy="1332"/>
              </a:xfrm>
              <a:prstGeom prst="line">
                <a:avLst/>
              </a:prstGeom>
              <a:ln>
                <a:solidFill>
                  <a:srgbClr val="7F7F7F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64" name="直接连接符 163"/>
              <p:cNvCxnSpPr>
                <a:stCxn id="141" idx="6"/>
                <a:endCxn id="143" idx="1"/>
              </p:cNvCxnSpPr>
              <p:nvPr/>
            </p:nvCxnSpPr>
            <p:spPr>
              <a:xfrm flipV="1">
                <a:off x="6159" y="4562"/>
                <a:ext cx="1469" cy="1332"/>
              </a:xfrm>
              <a:prstGeom prst="line">
                <a:avLst/>
              </a:prstGeom>
              <a:ln>
                <a:solidFill>
                  <a:srgbClr val="7F7F7F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65" name="直接连接符 164"/>
              <p:cNvCxnSpPr>
                <a:stCxn id="141" idx="6"/>
                <a:endCxn id="144" idx="1"/>
              </p:cNvCxnSpPr>
              <p:nvPr/>
            </p:nvCxnSpPr>
            <p:spPr>
              <a:xfrm>
                <a:off x="6159" y="5894"/>
                <a:ext cx="1466" cy="237"/>
              </a:xfrm>
              <a:prstGeom prst="line">
                <a:avLst/>
              </a:prstGeom>
              <a:ln>
                <a:solidFill>
                  <a:srgbClr val="7F7F7F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66" name="直接连接符 165"/>
              <p:cNvCxnSpPr>
                <a:stCxn id="142" idx="6"/>
                <a:endCxn id="143" idx="1"/>
              </p:cNvCxnSpPr>
              <p:nvPr/>
            </p:nvCxnSpPr>
            <p:spPr>
              <a:xfrm flipV="1">
                <a:off x="6212" y="4563"/>
                <a:ext cx="1416" cy="2427"/>
              </a:xfrm>
              <a:prstGeom prst="line">
                <a:avLst/>
              </a:prstGeom>
              <a:ln>
                <a:solidFill>
                  <a:srgbClr val="7F7F7F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67" name="直接连接符 166"/>
              <p:cNvCxnSpPr>
                <a:stCxn id="142" idx="6"/>
                <a:endCxn id="144" idx="1"/>
              </p:cNvCxnSpPr>
              <p:nvPr/>
            </p:nvCxnSpPr>
            <p:spPr>
              <a:xfrm flipV="1">
                <a:off x="6212" y="6132"/>
                <a:ext cx="1414" cy="858"/>
              </a:xfrm>
              <a:prstGeom prst="line">
                <a:avLst/>
              </a:prstGeom>
              <a:ln>
                <a:solidFill>
                  <a:srgbClr val="7F7F7F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3" name="文本框 172"/>
                <p:cNvSpPr txBox="1"/>
                <p:nvPr/>
              </p:nvSpPr>
              <p:spPr>
                <a:xfrm>
                  <a:off x="8561" y="6080"/>
                  <a:ext cx="657" cy="363"/>
                </a:xfrm>
                <a:prstGeom prst="rect">
                  <a:avLst/>
                </a:prstGeom>
                <a:noFill/>
              </p:spPr>
              <p:txBody>
                <a:bodyPr wrap="square" rtlCol="0" anchor="t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CN" sz="10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10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𝜙</m:t>
                            </m:r>
                          </m:e>
                          <m:sup>
                            <m:r>
                              <a:rPr lang="en-US" altLang="zh-CN" sz="10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𝑚</m:t>
                            </m:r>
                          </m:sup>
                        </m:sSup>
                      </m:oMath>
                    </m:oMathPara>
                  </a14:m>
                  <a:endParaRPr lang="zh-CN" altLang="en-US" sz="1000"/>
                </a:p>
              </p:txBody>
            </p:sp>
          </mc:Choice>
          <mc:Fallback xmlns="">
            <p:sp>
              <p:nvSpPr>
                <p:cNvPr id="173" name="文本框 17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61" y="6080"/>
                  <a:ext cx="657" cy="363"/>
                </a:xfrm>
                <a:prstGeom prst="rect">
                  <a:avLst/>
                </a:prstGeom>
                <a:blipFill rotWithShape="1">
                  <a:blip r:embed="rId48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582" name="椭圆 581"/>
          <p:cNvSpPr/>
          <p:nvPr/>
        </p:nvSpPr>
        <p:spPr>
          <a:xfrm>
            <a:off x="5903908" y="3092290"/>
            <a:ext cx="295620" cy="265761"/>
          </a:xfrm>
          <a:prstGeom prst="ellipse">
            <a:avLst/>
          </a:prstGeom>
          <a:solidFill>
            <a:srgbClr val="C0000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195" dirty="0">
                <a:solidFill>
                  <a:srgbClr val="FFFFFF"/>
                </a:solidFill>
                <a:latin typeface="Arial Black" panose="020B0A04020102020204" charset="0"/>
              </a:rPr>
              <a:t>÷</a:t>
            </a:r>
            <a:endParaRPr lang="zh-CN" altLang="en-US" sz="2195" dirty="0">
              <a:solidFill>
                <a:srgbClr val="FFFFFF"/>
              </a:solidFill>
              <a:latin typeface="Arial Black" panose="020B0A04020102020204" charset="0"/>
            </a:endParaRPr>
          </a:p>
        </p:txBody>
      </p:sp>
      <p:cxnSp>
        <p:nvCxnSpPr>
          <p:cNvPr id="176" name="肘形连接符 175"/>
          <p:cNvCxnSpPr>
            <a:stCxn id="694" idx="3"/>
            <a:endCxn id="582" idx="0"/>
          </p:cNvCxnSpPr>
          <p:nvPr/>
        </p:nvCxnSpPr>
        <p:spPr>
          <a:xfrm>
            <a:off x="5471588" y="2726785"/>
            <a:ext cx="580467" cy="365505"/>
          </a:xfrm>
          <a:prstGeom prst="bentConnector2">
            <a:avLst/>
          </a:prstGeom>
          <a:ln>
            <a:solidFill>
              <a:schemeClr val="tx1"/>
            </a:solidFill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77" name="肘形连接符 176"/>
          <p:cNvCxnSpPr>
            <a:endCxn id="582" idx="4"/>
          </p:cNvCxnSpPr>
          <p:nvPr/>
        </p:nvCxnSpPr>
        <p:spPr>
          <a:xfrm rot="16200000">
            <a:off x="5508255" y="3371216"/>
            <a:ext cx="556291" cy="529962"/>
          </a:xfrm>
          <a:prstGeom prst="bentConnector3">
            <a:avLst>
              <a:gd name="adj1" fmla="val -1203"/>
            </a:avLst>
          </a:prstGeom>
          <a:ln>
            <a:solidFill>
              <a:schemeClr val="tx1"/>
            </a:solidFill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80" name="文本框 179"/>
              <p:cNvSpPr txBox="1"/>
              <p:nvPr/>
            </p:nvSpPr>
            <p:spPr>
              <a:xfrm>
                <a:off x="5420410" y="2716074"/>
                <a:ext cx="779118" cy="2905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𝜋</m:t>
                      </m:r>
                      <m:sSup>
                        <m:sSupPr>
                          <m:ctrlPr>
                            <a:rPr lang="en-US" altLang="zh-CN" sz="1200" i="1" baseline="-25000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200" i="1" baseline="-25000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US" altLang="zh-CN" sz="1200" i="1" baseline="-25000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𝑚</m:t>
                          </m:r>
                        </m:sup>
                      </m:sSup>
                    </m:oMath>
                  </m:oMathPara>
                </a14:m>
                <a:endParaRPr lang="zh-CN" altLang="en-US" sz="1200" baseline="-25000"/>
              </a:p>
            </p:txBody>
          </p:sp>
        </mc:Choice>
        <mc:Fallback>
          <p:sp>
            <p:nvSpPr>
              <p:cNvPr id="180" name="文本框 17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20410" y="2716074"/>
                <a:ext cx="779118" cy="290530"/>
              </a:xfrm>
              <a:prstGeom prst="rect">
                <a:avLst/>
              </a:prstGeom>
              <a:blipFill>
                <a:blip r:embed="rId49"/>
                <a:stretch>
                  <a:fillRect b="-212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1" name="文本框 180"/>
              <p:cNvSpPr txBox="1"/>
              <p:nvPr/>
            </p:nvSpPr>
            <p:spPr>
              <a:xfrm>
                <a:off x="5358458" y="3611093"/>
                <a:ext cx="921878" cy="2905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𝜋</m:t>
                      </m:r>
                      <m:sSubSup>
                        <m:sSubSupPr>
                          <m:ctrlPr>
                            <a:rPr lang="en-US" altLang="zh-CN" sz="1200" i="1" baseline="-25000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200" i="1" baseline="-25000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altLang="zh-CN" sz="1200" i="1" baseline="-25000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𝑜𝑙𝑑</m:t>
                          </m:r>
                        </m:sub>
                        <m:sup>
                          <m:r>
                            <a:rPr lang="en-US" altLang="zh-CN" sz="1200" i="1" baseline="-25000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𝑚</m:t>
                          </m:r>
                        </m:sup>
                      </m:sSubSup>
                    </m:oMath>
                  </m:oMathPara>
                </a14:m>
                <a:endParaRPr lang="zh-CN" altLang="en-US" sz="1200" baseline="-25000"/>
              </a:p>
            </p:txBody>
          </p:sp>
        </mc:Choice>
        <mc:Fallback>
          <p:sp>
            <p:nvSpPr>
              <p:cNvPr id="181" name="文本框 18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8458" y="3611093"/>
                <a:ext cx="921878" cy="290530"/>
              </a:xfrm>
              <a:prstGeom prst="rect">
                <a:avLst/>
              </a:prstGeom>
              <a:blipFill>
                <a:blip r:embed="rId50"/>
                <a:stretch>
                  <a:fillRect b="-62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88" name="组合 187"/>
          <p:cNvGrpSpPr/>
          <p:nvPr/>
        </p:nvGrpSpPr>
        <p:grpSpPr>
          <a:xfrm>
            <a:off x="6499189" y="2721429"/>
            <a:ext cx="1397968" cy="534869"/>
            <a:chOff x="9229" y="8880"/>
            <a:chExt cx="2076" cy="799"/>
          </a:xfrm>
        </p:grpSpPr>
        <p:sp>
          <p:nvSpPr>
            <p:cNvPr id="182" name="矩形 181"/>
            <p:cNvSpPr/>
            <p:nvPr/>
          </p:nvSpPr>
          <p:spPr>
            <a:xfrm>
              <a:off x="9252" y="8880"/>
              <a:ext cx="2053" cy="799"/>
            </a:xfrm>
            <a:prstGeom prst="rect">
              <a:avLst/>
            </a:prstGeom>
            <a:solidFill>
              <a:srgbClr val="EDF6E8"/>
            </a:solidFill>
            <a:ln w="19050">
              <a:solidFill>
                <a:schemeClr val="accent6">
                  <a:lumMod val="50000"/>
                </a:schemeClr>
              </a:solidFill>
            </a:ln>
            <a:effectLst>
              <a:outerShdw blurRad="50800" dist="508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3" name="文本框 182"/>
                <p:cNvSpPr txBox="1"/>
                <p:nvPr/>
              </p:nvSpPr>
              <p:spPr>
                <a:xfrm>
                  <a:off x="9229" y="9085"/>
                  <a:ext cx="2076" cy="55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unc>
                          <m:funcPr>
                            <m:ctrlPr>
                              <a:rPr lang="en-US" altLang="zh-CN" sz="1125" b="1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en-US" altLang="zh-CN" sz="1125" b="1" i="1" smtClean="0">
                                    <a:latin typeface="Cambria Math" panose="02040503050406030204" pitchFamily="18" charset="0"/>
                                  </a:rPr>
                                </m:ctrlPr>
                              </m:limLowPr>
                              <m:e>
                                <m:r>
                                  <a:rPr lang="en-US" altLang="zh-CN" sz="1125" b="1" i="0" smtClean="0">
                                    <a:latin typeface="Cambria Math" panose="02040503050406030204" pitchFamily="18" charset="0"/>
                                  </a:rPr>
                                  <m:t>𝐚𝐫𝐠</m:t>
                                </m:r>
                                <m:r>
                                  <a:rPr lang="en-US" altLang="zh-CN" sz="1125" b="1" i="1" smtClean="0">
                                    <a:latin typeface="Cambria Math" panose="02040503050406030204" pitchFamily="18" charset="0"/>
                                  </a:rPr>
                                  <m:t>⁡</m:t>
                                </m:r>
                                <m:r>
                                  <a:rPr lang="en-US" altLang="zh-CN" sz="1125" b="1" i="0" smtClean="0">
                                    <a:latin typeface="Cambria Math" panose="02040503050406030204" pitchFamily="18" charset="0"/>
                                  </a:rPr>
                                  <m:t>𝐦𝐚𝐱</m:t>
                                </m:r>
                              </m:e>
                              <m:lim>
                                <m:sSup>
                                  <m:sSupPr>
                                    <m:ctrlPr>
                                      <a:rPr lang="en-US" altLang="zh-CN" sz="1125" b="1" i="1" smtClean="0">
                                        <a:latin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1125" b="1" i="1" smtClean="0">
                                        <a:latin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  <m:t>𝜽</m:t>
                                    </m:r>
                                  </m:e>
                                  <m:sup>
                                    <m:r>
                                      <a:rPr lang="en-US" altLang="zh-CN" sz="1125" b="1" i="1" smtClean="0">
                                        <a:latin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  <m:t>𝒎</m:t>
                                    </m:r>
                                  </m:sup>
                                </m:sSup>
                              </m:lim>
                            </m:limLow>
                          </m:fName>
                          <m:e>
                            <m:sSup>
                              <m:sSupPr>
                                <m:ctrlPr>
                                  <a:rPr lang="en-US" altLang="zh-CN" sz="1125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1125" b="1" i="1" smtClean="0">
                                    <a:latin typeface="Cambria Math" panose="02040503050406030204" pitchFamily="18" charset="0"/>
                                  </a:rPr>
                                  <m:t>𝑳</m:t>
                                </m:r>
                              </m:e>
                              <m:sup>
                                <m:r>
                                  <a:rPr lang="en-US" altLang="zh-CN" sz="1125" b="1" i="0" smtClean="0">
                                    <a:latin typeface="Cambria Math" panose="02040503050406030204" pitchFamily="18" charset="0"/>
                                  </a:rPr>
                                  <m:t>𝐜𝐥𝐢𝐩</m:t>
                                </m:r>
                              </m:sup>
                            </m:sSup>
                          </m:e>
                        </m:func>
                        <m:r>
                          <a:rPr lang="en-US" altLang="zh-CN" sz="1125" b="1" i="1" smtClean="0"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altLang="zh-CN" sz="1125" b="1" i="1" smtClean="0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1125" b="1" i="1" smtClean="0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𝜽</m:t>
                            </m:r>
                          </m:e>
                          <m:sup>
                            <m:r>
                              <a:rPr lang="en-US" altLang="zh-CN" sz="1125" b="1" i="1" smtClean="0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𝒎</m:t>
                            </m:r>
                          </m:sup>
                        </m:sSup>
                        <m:r>
                          <a:rPr lang="en-US" altLang="zh-CN" sz="1125" b="1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CN" altLang="en-US" sz="1125" b="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183" name="文本框 18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29" y="9085"/>
                  <a:ext cx="2076" cy="557"/>
                </a:xfrm>
                <a:prstGeom prst="rect">
                  <a:avLst/>
                </a:prstGeom>
                <a:blipFill rotWithShape="1">
                  <a:blip r:embed="rId51"/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84" name="组合 183"/>
            <p:cNvGrpSpPr/>
            <p:nvPr/>
          </p:nvGrpSpPr>
          <p:grpSpPr>
            <a:xfrm>
              <a:off x="9797" y="8927"/>
              <a:ext cx="886" cy="236"/>
              <a:chOff x="7671654" y="1404332"/>
              <a:chExt cx="750293" cy="199442"/>
            </a:xfrm>
          </p:grpSpPr>
          <p:pic>
            <p:nvPicPr>
              <p:cNvPr id="185" name="图片 184"/>
              <p:cNvPicPr>
                <a:picLocks noChangeAspect="1"/>
              </p:cNvPicPr>
              <p:nvPr/>
            </p:nvPicPr>
            <p:blipFill rotWithShape="1">
              <a:blip r:embed="rId5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49191"/>
              <a:stretch>
                <a:fillRect/>
              </a:stretch>
            </p:blipFill>
            <p:spPr>
              <a:xfrm>
                <a:off x="7671654" y="1404332"/>
                <a:ext cx="380812" cy="193487"/>
              </a:xfrm>
              <a:prstGeom prst="rect">
                <a:avLst/>
              </a:prstGeom>
            </p:spPr>
          </p:pic>
          <p:pic>
            <p:nvPicPr>
              <p:cNvPr id="186" name="图片 185"/>
              <p:cNvPicPr>
                <a:picLocks noChangeAspect="1"/>
              </p:cNvPicPr>
              <p:nvPr/>
            </p:nvPicPr>
            <p:blipFill rotWithShape="1">
              <a:blip r:embed="rId5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49191"/>
              <a:stretch>
                <a:fillRect/>
              </a:stretch>
            </p:blipFill>
            <p:spPr>
              <a:xfrm>
                <a:off x="8041135" y="1410287"/>
                <a:ext cx="380812" cy="193487"/>
              </a:xfrm>
              <a:prstGeom prst="rect">
                <a:avLst/>
              </a:prstGeom>
            </p:spPr>
          </p:pic>
        </p:grpSp>
      </p:grpSp>
      <p:cxnSp>
        <p:nvCxnSpPr>
          <p:cNvPr id="190" name="肘形连接符 189"/>
          <p:cNvCxnSpPr>
            <a:stCxn id="582" idx="6"/>
            <a:endCxn id="183" idx="1"/>
          </p:cNvCxnSpPr>
          <p:nvPr/>
        </p:nvCxnSpPr>
        <p:spPr>
          <a:xfrm flipV="1">
            <a:off x="6199528" y="3045430"/>
            <a:ext cx="299661" cy="180075"/>
          </a:xfrm>
          <a:prstGeom prst="bentConnector3">
            <a:avLst>
              <a:gd name="adj1" fmla="val 50112"/>
            </a:avLst>
          </a:prstGeom>
          <a:ln>
            <a:solidFill>
              <a:schemeClr val="tx1"/>
            </a:solidFill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92" name="文本框 191"/>
              <p:cNvSpPr txBox="1"/>
              <p:nvPr/>
            </p:nvSpPr>
            <p:spPr>
              <a:xfrm>
                <a:off x="5903908" y="3231530"/>
                <a:ext cx="996625" cy="309943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2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altLang="zh-CN" sz="12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zh-CN" sz="1200" i="1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altLang="zh-CN" sz="12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2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US" altLang="zh-CN" sz="12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𝑚</m:t>
                          </m:r>
                        </m:sup>
                      </m:sSup>
                      <m:r>
                        <a:rPr lang="en-US" altLang="zh-CN" sz="1200" i="1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1200"/>
              </a:p>
            </p:txBody>
          </p:sp>
        </mc:Choice>
        <mc:Fallback>
          <p:sp>
            <p:nvSpPr>
              <p:cNvPr id="192" name="文本框 19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03908" y="3231530"/>
                <a:ext cx="996625" cy="309943"/>
              </a:xfrm>
              <a:prstGeom prst="rect">
                <a:avLst/>
              </a:prstGeom>
              <a:blipFill>
                <a:blip r:embed="rId5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3" name="肘形连接符 192"/>
          <p:cNvCxnSpPr>
            <a:stCxn id="182" idx="0"/>
            <a:endCxn id="171" idx="3"/>
          </p:cNvCxnSpPr>
          <p:nvPr/>
        </p:nvCxnSpPr>
        <p:spPr>
          <a:xfrm rot="16200000" flipV="1">
            <a:off x="6254774" y="1769950"/>
            <a:ext cx="236307" cy="1666653"/>
          </a:xfrm>
          <a:prstGeom prst="bentConnector2">
            <a:avLst/>
          </a:prstGeom>
          <a:ln>
            <a:solidFill>
              <a:schemeClr val="tx1"/>
            </a:solidFill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642" name="文本框 641"/>
              <p:cNvSpPr txBox="1"/>
              <p:nvPr/>
            </p:nvSpPr>
            <p:spPr>
              <a:xfrm>
                <a:off x="5494483" y="5051693"/>
                <a:ext cx="799320" cy="2905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200" b="1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更新</a:t>
                </a:r>
                <a:r>
                  <a:rPr lang="en-US" altLang="zh-CN" sz="1200" b="1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200" b="1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200" b="1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𝝓</m:t>
                        </m:r>
                      </m:e>
                      <m:sup>
                        <m:r>
                          <a:rPr lang="en-US" altLang="zh-CN" sz="1200" b="1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𝒎</m:t>
                        </m:r>
                      </m:sup>
                    </m:sSup>
                  </m:oMath>
                </a14:m>
                <a:endParaRPr lang="zh-CN" altLang="en-US" sz="1200" b="1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642" name="文本框 6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4483" y="5051693"/>
                <a:ext cx="799320" cy="290530"/>
              </a:xfrm>
              <a:prstGeom prst="rect">
                <a:avLst/>
              </a:prstGeom>
              <a:blipFill>
                <a:blip r:embed="rId54"/>
                <a:stretch>
                  <a:fillRect t="-2128" b="-1276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94" name="图片 193"/>
          <p:cNvPicPr>
            <a:picLocks noChangeAspect="1"/>
          </p:cNvPicPr>
          <p:nvPr/>
        </p:nvPicPr>
        <p:blipFill>
          <a:blip r:embed="rId55"/>
          <a:stretch>
            <a:fillRect/>
          </a:stretch>
        </p:blipFill>
        <p:spPr>
          <a:xfrm>
            <a:off x="6914673" y="2157775"/>
            <a:ext cx="283499" cy="281827"/>
          </a:xfrm>
          <a:prstGeom prst="rect">
            <a:avLst/>
          </a:prstGeom>
        </p:spPr>
      </p:pic>
      <p:grpSp>
        <p:nvGrpSpPr>
          <p:cNvPr id="197" name="组合 196"/>
          <p:cNvGrpSpPr/>
          <p:nvPr/>
        </p:nvGrpSpPr>
        <p:grpSpPr>
          <a:xfrm>
            <a:off x="6438583" y="4583096"/>
            <a:ext cx="1435005" cy="561646"/>
            <a:chOff x="4332" y="7730"/>
            <a:chExt cx="2163" cy="853"/>
          </a:xfrm>
        </p:grpSpPr>
        <p:sp>
          <p:nvSpPr>
            <p:cNvPr id="743" name="矩形 742"/>
            <p:cNvSpPr/>
            <p:nvPr/>
          </p:nvSpPr>
          <p:spPr>
            <a:xfrm>
              <a:off x="4332" y="7730"/>
              <a:ext cx="2163" cy="792"/>
            </a:xfrm>
            <a:prstGeom prst="rect">
              <a:avLst/>
            </a:prstGeom>
            <a:solidFill>
              <a:srgbClr val="EDF6E8"/>
            </a:solidFill>
            <a:ln w="19050">
              <a:solidFill>
                <a:schemeClr val="accent6">
                  <a:lumMod val="50000"/>
                </a:schemeClr>
              </a:solidFill>
            </a:ln>
            <a:effectLst>
              <a:outerShdw blurRad="50800" dist="508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44" name="文本框 743"/>
                <p:cNvSpPr txBox="1"/>
                <p:nvPr/>
              </p:nvSpPr>
              <p:spPr>
                <a:xfrm>
                  <a:off x="4332" y="7988"/>
                  <a:ext cx="1820" cy="59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unc>
                          <m:funcPr>
                            <m:ctrlPr>
                              <a:rPr lang="en-US" altLang="zh-CN" sz="1125" b="1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en-US" altLang="zh-CN" sz="1125" b="1" i="1" smtClean="0">
                                    <a:latin typeface="Cambria Math" panose="02040503050406030204" pitchFamily="18" charset="0"/>
                                  </a:rPr>
                                </m:ctrlPr>
                              </m:limLowPr>
                              <m:e>
                                <m:func>
                                  <m:funcPr>
                                    <m:ctrlPr>
                                      <a:rPr lang="en-US" altLang="zh-CN" sz="1125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a:rPr lang="en-US" altLang="zh-CN" sz="1125" b="1" i="0" smtClean="0">
                                        <a:latin typeface="Cambria Math" panose="02040503050406030204" pitchFamily="18" charset="0"/>
                                      </a:rPr>
                                      <m:t>𝐚𝐫𝐠</m:t>
                                    </m:r>
                                  </m:fName>
                                  <m:e>
                                    <m:r>
                                      <a:rPr lang="en-US" altLang="zh-CN" sz="1125" b="1" i="0" smtClean="0">
                                        <a:latin typeface="Cambria Math" panose="02040503050406030204" pitchFamily="18" charset="0"/>
                                      </a:rPr>
                                      <m:t>𝐦𝐢𝐧</m:t>
                                    </m:r>
                                    <m:r>
                                      <a:rPr lang="en-US" altLang="zh-CN" sz="1125" b="1" i="1" smtClean="0">
                                        <a:latin typeface="Cambria Math" panose="02040503050406030204" pitchFamily="18" charset="0"/>
                                      </a:rPr>
                                      <m:t>⁡</m:t>
                                    </m:r>
                                  </m:e>
                                </m:func>
                              </m:e>
                              <m:lim>
                                <m:sSup>
                                  <m:sSupPr>
                                    <m:ctrlPr>
                                      <a:rPr lang="en-US" altLang="zh-CN" sz="1125" b="1" i="1" smtClean="0">
                                        <a:latin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1125" b="1" i="1" smtClean="0">
                                        <a:latin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  <m:t>𝝓</m:t>
                                    </m:r>
                                  </m:e>
                                  <m:sup>
                                    <m:r>
                                      <a:rPr lang="en-US" altLang="zh-CN" sz="1125" b="1" i="1" smtClean="0">
                                        <a:latin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  <m:t>𝒎</m:t>
                                    </m:r>
                                  </m:sup>
                                </m:sSup>
                              </m:lim>
                            </m:limLow>
                          </m:fName>
                          <m:e>
                            <m:sSup>
                              <m:sSupPr>
                                <m:ctrlPr>
                                  <a:rPr lang="en-US" altLang="zh-CN" sz="1125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1125" b="1" i="1" smtClean="0">
                                    <a:latin typeface="Cambria Math" panose="02040503050406030204" pitchFamily="18" charset="0"/>
                                  </a:rPr>
                                  <m:t>𝑳</m:t>
                                </m:r>
                              </m:e>
                              <m:sup>
                                <m:r>
                                  <a:rPr lang="en-US" altLang="zh-CN" sz="1125" b="1" i="0" smtClean="0">
                                    <a:latin typeface="Cambria Math" panose="02040503050406030204" pitchFamily="18" charset="0"/>
                                  </a:rPr>
                                  <m:t>𝐜𝐫𝐢𝐭𝐢𝐜</m:t>
                                </m:r>
                              </m:sup>
                            </m:sSup>
                          </m:e>
                        </m:func>
                        <m:r>
                          <a:rPr lang="en-US" altLang="zh-CN" sz="1125" b="1" i="1" smtClean="0"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altLang="zh-CN" sz="1125" b="1" i="1" smtClean="0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1125" b="1" i="1" smtClean="0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𝝓</m:t>
                            </m:r>
                          </m:e>
                          <m:sup>
                            <m:r>
                              <a:rPr lang="en-US" altLang="zh-CN" sz="1125" b="1" i="1" smtClean="0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𝒎</m:t>
                            </m:r>
                          </m:sup>
                        </m:sSup>
                        <m:r>
                          <a:rPr lang="en-US" altLang="zh-CN" sz="1125" b="1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CN" altLang="en-US" sz="1125" b="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744" name="文本框 74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32" y="7988"/>
                  <a:ext cx="1820" cy="595"/>
                </a:xfrm>
                <a:prstGeom prst="rect">
                  <a:avLst/>
                </a:prstGeom>
                <a:blipFill rotWithShape="1">
                  <a:blip r:embed="rId56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523" name="组合 522"/>
            <p:cNvGrpSpPr/>
            <p:nvPr/>
          </p:nvGrpSpPr>
          <p:grpSpPr>
            <a:xfrm>
              <a:off x="4865" y="7802"/>
              <a:ext cx="886" cy="236"/>
              <a:chOff x="7671654" y="1404332"/>
              <a:chExt cx="750293" cy="199442"/>
            </a:xfrm>
          </p:grpSpPr>
          <p:pic>
            <p:nvPicPr>
              <p:cNvPr id="524" name="图片 523"/>
              <p:cNvPicPr>
                <a:picLocks noChangeAspect="1"/>
              </p:cNvPicPr>
              <p:nvPr/>
            </p:nvPicPr>
            <p:blipFill rotWithShape="1">
              <a:blip r:embed="rId5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49191"/>
              <a:stretch>
                <a:fillRect/>
              </a:stretch>
            </p:blipFill>
            <p:spPr>
              <a:xfrm>
                <a:off x="7671654" y="1404332"/>
                <a:ext cx="380812" cy="193487"/>
              </a:xfrm>
              <a:prstGeom prst="rect">
                <a:avLst/>
              </a:prstGeom>
            </p:spPr>
          </p:pic>
          <p:pic>
            <p:nvPicPr>
              <p:cNvPr id="525" name="图片 524"/>
              <p:cNvPicPr>
                <a:picLocks noChangeAspect="1"/>
              </p:cNvPicPr>
              <p:nvPr/>
            </p:nvPicPr>
            <p:blipFill rotWithShape="1">
              <a:blip r:embed="rId5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49191"/>
              <a:stretch>
                <a:fillRect/>
              </a:stretch>
            </p:blipFill>
            <p:spPr>
              <a:xfrm>
                <a:off x="8041135" y="1410287"/>
                <a:ext cx="380812" cy="193487"/>
              </a:xfrm>
              <a:prstGeom prst="rect">
                <a:avLst/>
              </a:prstGeom>
            </p:spPr>
          </p:pic>
        </p:grpSp>
      </p:grpSp>
      <p:cxnSp>
        <p:nvCxnSpPr>
          <p:cNvPr id="198" name="直接箭头连接符 197"/>
          <p:cNvCxnSpPr>
            <a:stCxn id="744" idx="1"/>
            <a:endCxn id="593" idx="3"/>
          </p:cNvCxnSpPr>
          <p:nvPr/>
        </p:nvCxnSpPr>
        <p:spPr>
          <a:xfrm flipH="1" flipV="1">
            <a:off x="5477648" y="4948602"/>
            <a:ext cx="960935" cy="669"/>
          </a:xfrm>
          <a:prstGeom prst="straightConnector1">
            <a:avLst/>
          </a:prstGeom>
          <a:ln>
            <a:solidFill>
              <a:schemeClr val="tx1"/>
            </a:solidFill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99" name="文本框 198"/>
              <p:cNvSpPr txBox="1"/>
              <p:nvPr/>
            </p:nvSpPr>
            <p:spPr>
              <a:xfrm>
                <a:off x="6173266" y="2168485"/>
                <a:ext cx="777098" cy="2905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200" b="1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更新</a:t>
                </a:r>
                <a:r>
                  <a:rPr lang="en-US" altLang="zh-CN" sz="1200" b="1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200" b="1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200" b="1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𝜽</m:t>
                        </m:r>
                      </m:e>
                      <m:sup>
                        <m:r>
                          <a:rPr lang="en-US" altLang="zh-CN" sz="1200" b="1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𝒎</m:t>
                        </m:r>
                      </m:sup>
                    </m:sSup>
                  </m:oMath>
                </a14:m>
                <a:endParaRPr lang="zh-CN" altLang="en-US" sz="1200" b="1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199" name="文本框 19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3266" y="2168485"/>
                <a:ext cx="777098" cy="290530"/>
              </a:xfrm>
              <a:prstGeom prst="rect">
                <a:avLst/>
              </a:prstGeom>
              <a:blipFill>
                <a:blip r:embed="rId58"/>
                <a:stretch>
                  <a:fillRect l="-787" t="-2128" b="-1276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0" name="直接箭头连接符 199"/>
          <p:cNvCxnSpPr/>
          <p:nvPr/>
        </p:nvCxnSpPr>
        <p:spPr>
          <a:xfrm flipH="1" flipV="1">
            <a:off x="5477648" y="4779907"/>
            <a:ext cx="960935" cy="669"/>
          </a:xfrm>
          <a:prstGeom prst="straightConnector1">
            <a:avLst/>
          </a:prstGeom>
          <a:ln>
            <a:solidFill>
              <a:schemeClr val="tx1"/>
            </a:solidFill>
            <a:headEnd type="arrow"/>
            <a:tailEnd type="none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01" name="文本框 200"/>
              <p:cNvSpPr txBox="1"/>
              <p:nvPr/>
            </p:nvSpPr>
            <p:spPr>
              <a:xfrm>
                <a:off x="5539601" y="4452559"/>
                <a:ext cx="613463" cy="2905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2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altLang="zh-CN" sz="12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𝜋</m:t>
                          </m:r>
                          <m:sSup>
                            <m:sSupPr>
                              <m:ctrlPr>
                                <a:rPr lang="en-US" altLang="zh-CN" sz="1200" i="1" baseline="-25000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1200" i="1" baseline="-25000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p>
                              <m:r>
                                <a:rPr lang="en-US" altLang="zh-CN" sz="1200" i="1" baseline="-25000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𝑚</m:t>
                              </m:r>
                            </m:sup>
                          </m:sSup>
                        </m:sub>
                      </m:sSub>
                    </m:oMath>
                  </m:oMathPara>
                </a14:m>
                <a:endParaRPr lang="zh-CN" altLang="en-US" sz="1200"/>
              </a:p>
            </p:txBody>
          </p:sp>
        </mc:Choice>
        <mc:Fallback>
          <p:sp>
            <p:nvSpPr>
              <p:cNvPr id="201" name="文本框 20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39601" y="4452559"/>
                <a:ext cx="613463" cy="290530"/>
              </a:xfrm>
              <a:prstGeom prst="rect">
                <a:avLst/>
              </a:prstGeom>
              <a:blipFill>
                <a:blip r:embed="rId59"/>
                <a:stretch>
                  <a:fillRect b="-8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2" name="肘形连接符 201"/>
          <p:cNvCxnSpPr/>
          <p:nvPr/>
        </p:nvCxnSpPr>
        <p:spPr>
          <a:xfrm rot="16200000">
            <a:off x="5921297" y="3503700"/>
            <a:ext cx="1549046" cy="1004705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203" name="图片 202"/>
          <p:cNvPicPr>
            <a:picLocks noChangeAspect="1"/>
          </p:cNvPicPr>
          <p:nvPr/>
        </p:nvPicPr>
        <p:blipFill>
          <a:blip r:embed="rId55"/>
          <a:stretch>
            <a:fillRect/>
          </a:stretch>
        </p:blipFill>
        <p:spPr>
          <a:xfrm>
            <a:off x="6199528" y="5073784"/>
            <a:ext cx="283499" cy="281827"/>
          </a:xfrm>
          <a:prstGeom prst="rect">
            <a:avLst/>
          </a:prstGeom>
        </p:spPr>
      </p:pic>
      <p:grpSp>
        <p:nvGrpSpPr>
          <p:cNvPr id="204" name="组合 203"/>
          <p:cNvGrpSpPr/>
          <p:nvPr/>
        </p:nvGrpSpPr>
        <p:grpSpPr>
          <a:xfrm>
            <a:off x="6814338" y="4085045"/>
            <a:ext cx="506393" cy="344084"/>
            <a:chOff x="14600846" y="4985833"/>
            <a:chExt cx="955994" cy="65370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pic>
          <p:nvPicPr>
            <p:cNvPr id="205" name="图形 28"/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0"/>
                </a:ext>
              </a:extLst>
            </a:blip>
            <a:stretch>
              <a:fillRect/>
            </a:stretch>
          </p:blipFill>
          <p:spPr>
            <a:xfrm>
              <a:off x="14748095" y="4985833"/>
              <a:ext cx="368217" cy="368218"/>
            </a:xfrm>
            <a:prstGeom prst="rect">
              <a:avLst/>
            </a:prstGeom>
          </p:spPr>
        </p:pic>
        <p:pic>
          <p:nvPicPr>
            <p:cNvPr id="1502" name="图形 1501"/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0"/>
                </a:ext>
              </a:extLst>
            </a:blip>
            <a:stretch>
              <a:fillRect/>
            </a:stretch>
          </p:blipFill>
          <p:spPr>
            <a:xfrm>
              <a:off x="14600846" y="5251371"/>
              <a:ext cx="368217" cy="368218"/>
            </a:xfrm>
            <a:prstGeom prst="rect">
              <a:avLst/>
            </a:prstGeom>
          </p:spPr>
        </p:pic>
        <p:pic>
          <p:nvPicPr>
            <p:cNvPr id="1503" name="图形 1502"/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0"/>
                </a:ext>
              </a:extLst>
            </a:blip>
            <a:stretch>
              <a:fillRect/>
            </a:stretch>
          </p:blipFill>
          <p:spPr>
            <a:xfrm>
              <a:off x="14896421" y="5260593"/>
              <a:ext cx="368217" cy="368218"/>
            </a:xfrm>
            <a:prstGeom prst="rect">
              <a:avLst/>
            </a:prstGeom>
          </p:spPr>
        </p:pic>
        <p:pic>
          <p:nvPicPr>
            <p:cNvPr id="570" name="图形 569"/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0"/>
                </a:ext>
              </a:extLst>
            </a:blip>
            <a:stretch>
              <a:fillRect/>
            </a:stretch>
          </p:blipFill>
          <p:spPr>
            <a:xfrm>
              <a:off x="15047977" y="4998830"/>
              <a:ext cx="368217" cy="368218"/>
            </a:xfrm>
            <a:prstGeom prst="rect">
              <a:avLst/>
            </a:prstGeom>
          </p:spPr>
        </p:pic>
        <p:pic>
          <p:nvPicPr>
            <p:cNvPr id="571" name="图形 570"/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0"/>
                </a:ext>
              </a:extLst>
            </a:blip>
            <a:stretch>
              <a:fillRect/>
            </a:stretch>
          </p:blipFill>
          <p:spPr>
            <a:xfrm>
              <a:off x="15188623" y="5271319"/>
              <a:ext cx="368217" cy="368218"/>
            </a:xfrm>
            <a:prstGeom prst="rect">
              <a:avLst/>
            </a:prstGeom>
          </p:spPr>
        </p:pic>
      </p:grpSp>
      <p:cxnSp>
        <p:nvCxnSpPr>
          <p:cNvPr id="207" name="直接箭头连接符 206"/>
          <p:cNvCxnSpPr>
            <a:endCxn id="648" idx="3"/>
          </p:cNvCxnSpPr>
          <p:nvPr/>
        </p:nvCxnSpPr>
        <p:spPr>
          <a:xfrm>
            <a:off x="5348357" y="3111034"/>
            <a:ext cx="6061" cy="377555"/>
          </a:xfrm>
          <a:prstGeom prst="straightConnector1">
            <a:avLst/>
          </a:prstGeom>
          <a:ln>
            <a:solidFill>
              <a:schemeClr val="tx1"/>
            </a:solidFill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08" name="文本框 207"/>
              <p:cNvSpPr txBox="1"/>
              <p:nvPr/>
            </p:nvSpPr>
            <p:spPr>
              <a:xfrm>
                <a:off x="4862839" y="3125092"/>
                <a:ext cx="593934" cy="2583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10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0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US" altLang="zh-CN" sz="10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𝑚</m:t>
                          </m:r>
                        </m:sup>
                      </m:sSup>
                    </m:oMath>
                  </m:oMathPara>
                </a14:m>
                <a:endParaRPr lang="zh-CN" altLang="en-US" sz="1000"/>
              </a:p>
            </p:txBody>
          </p:sp>
        </mc:Choice>
        <mc:Fallback>
          <p:sp>
            <p:nvSpPr>
              <p:cNvPr id="208" name="文本框 20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2839" y="3125092"/>
                <a:ext cx="593934" cy="258398"/>
              </a:xfrm>
              <a:prstGeom prst="rect">
                <a:avLst/>
              </a:prstGeom>
              <a:blipFill>
                <a:blip r:embed="rId6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1" name="文本框 210"/>
          <p:cNvSpPr txBox="1"/>
          <p:nvPr/>
        </p:nvSpPr>
        <p:spPr>
          <a:xfrm>
            <a:off x="4304594" y="1834443"/>
            <a:ext cx="1216825" cy="323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/>
              <a:t>无人机</a:t>
            </a:r>
            <a:r>
              <a:rPr lang="en-US" altLang="zh-CN" sz="1400" b="1"/>
              <a:t>m</a:t>
            </a:r>
          </a:p>
        </p:txBody>
      </p:sp>
      <p:sp>
        <p:nvSpPr>
          <p:cNvPr id="214" name="文本框 213"/>
          <p:cNvSpPr txBox="1"/>
          <p:nvPr/>
        </p:nvSpPr>
        <p:spPr>
          <a:xfrm>
            <a:off x="4722099" y="1296226"/>
            <a:ext cx="1216825" cy="323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/>
              <a:t>无人机</a:t>
            </a:r>
            <a:r>
              <a:rPr lang="en-US" altLang="zh-CN" sz="1400" b="1"/>
              <a:t>2</a:t>
            </a:r>
          </a:p>
        </p:txBody>
      </p:sp>
      <p:sp>
        <p:nvSpPr>
          <p:cNvPr id="215" name="文本框 214"/>
          <p:cNvSpPr txBox="1"/>
          <p:nvPr/>
        </p:nvSpPr>
        <p:spPr>
          <a:xfrm>
            <a:off x="5076978" y="840349"/>
            <a:ext cx="1216825" cy="323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/>
              <a:t>无人机</a:t>
            </a:r>
            <a:r>
              <a:rPr lang="en-US" altLang="zh-CN" sz="1400" b="1"/>
              <a:t>1</a:t>
            </a:r>
          </a:p>
        </p:txBody>
      </p:sp>
      <p:sp>
        <p:nvSpPr>
          <p:cNvPr id="216" name="文本框 215"/>
          <p:cNvSpPr txBox="1"/>
          <p:nvPr/>
        </p:nvSpPr>
        <p:spPr>
          <a:xfrm rot="7980000">
            <a:off x="4186712" y="1423127"/>
            <a:ext cx="441150" cy="3252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1400" b="1">
                <a:cs typeface="Arial" panose="020B0604020202020204" pitchFamily="34" charset="0"/>
                <a:sym typeface="+mn-ea"/>
              </a:rPr>
              <a:t>…</a:t>
            </a:r>
          </a:p>
        </p:txBody>
      </p:sp>
      <p:sp>
        <p:nvSpPr>
          <p:cNvPr id="217" name="矩形 216"/>
          <p:cNvSpPr/>
          <p:nvPr/>
        </p:nvSpPr>
        <p:spPr>
          <a:xfrm>
            <a:off x="396209" y="3818615"/>
            <a:ext cx="3258559" cy="1626699"/>
          </a:xfrm>
          <a:prstGeom prst="rect">
            <a:avLst/>
          </a:prstGeom>
          <a:ln w="19050" cmpd="sng">
            <a:solidFill>
              <a:schemeClr val="accent1">
                <a:shade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8" name="文本框 217"/>
          <p:cNvSpPr txBox="1"/>
          <p:nvPr/>
        </p:nvSpPr>
        <p:spPr>
          <a:xfrm>
            <a:off x="548397" y="5073784"/>
            <a:ext cx="876760" cy="2905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b="1">
                <a:solidFill>
                  <a:schemeClr val="tx1"/>
                </a:solidFill>
                <a:effectLst/>
              </a:rPr>
              <a:t>经验回放</a:t>
            </a:r>
          </a:p>
        </p:txBody>
      </p:sp>
      <p:grpSp>
        <p:nvGrpSpPr>
          <p:cNvPr id="223" name="组合 222"/>
          <p:cNvGrpSpPr/>
          <p:nvPr/>
        </p:nvGrpSpPr>
        <p:grpSpPr>
          <a:xfrm>
            <a:off x="2015724" y="4880320"/>
            <a:ext cx="1144772" cy="358142"/>
            <a:chOff x="3596" y="6899"/>
            <a:chExt cx="1700" cy="535"/>
          </a:xfrm>
        </p:grpSpPr>
        <p:sp>
          <p:nvSpPr>
            <p:cNvPr id="221" name="流程图: 磁盘 220"/>
            <p:cNvSpPr/>
            <p:nvPr/>
          </p:nvSpPr>
          <p:spPr>
            <a:xfrm>
              <a:off x="3786" y="6899"/>
              <a:ext cx="1345" cy="473"/>
            </a:xfrm>
            <a:prstGeom prst="flowChartMagneticDisk">
              <a:avLst/>
            </a:prstGeom>
            <a:solidFill>
              <a:srgbClr val="F4C966"/>
            </a:solidFill>
            <a:ln>
              <a:solidFill>
                <a:srgbClr val="FE9B1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78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2" name="文本框 221"/>
            <p:cNvSpPr txBox="1"/>
            <p:nvPr/>
          </p:nvSpPr>
          <p:spPr>
            <a:xfrm>
              <a:off x="3596" y="6998"/>
              <a:ext cx="1700" cy="437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zh-CN" altLang="en-US" sz="1000" b="1"/>
                <a:t>去均值后样本</a:t>
              </a:r>
            </a:p>
          </p:txBody>
        </p:sp>
      </p:grpSp>
      <p:sp>
        <p:nvSpPr>
          <p:cNvPr id="224" name="文本框 223"/>
          <p:cNvSpPr txBox="1"/>
          <p:nvPr/>
        </p:nvSpPr>
        <p:spPr>
          <a:xfrm>
            <a:off x="2686426" y="4429798"/>
            <a:ext cx="1022887" cy="2905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/>
              <a:t>奖励集中</a:t>
            </a:r>
          </a:p>
        </p:txBody>
      </p:sp>
      <p:pic>
        <p:nvPicPr>
          <p:cNvPr id="225" name="图片 224" descr="目标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  <a:stretch>
            <a:fillRect/>
          </a:stretch>
        </p:blipFill>
        <p:spPr>
          <a:xfrm>
            <a:off x="3096524" y="4687526"/>
            <a:ext cx="290233" cy="288522"/>
          </a:xfrm>
          <a:prstGeom prst="rect">
            <a:avLst/>
          </a:prstGeom>
        </p:spPr>
      </p:pic>
      <p:pic>
        <p:nvPicPr>
          <p:cNvPr id="226" name="图形 541" descr="箭头: 逆时针曲线 纯色填充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 rot="4994346">
            <a:off x="3626306" y="4440641"/>
            <a:ext cx="393621" cy="409424"/>
          </a:xfrm>
          <a:prstGeom prst="rect">
            <a:avLst/>
          </a:prstGeom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</p:pic>
      <p:pic>
        <p:nvPicPr>
          <p:cNvPr id="529" name="Picture 2">
            <a:extLst>
              <a:ext uri="{FF2B5EF4-FFF2-40B4-BE49-F238E27FC236}">
                <a16:creationId xmlns:a16="http://schemas.microsoft.com/office/drawing/2014/main" id="{80FD920F-3B92-EFC7-EA64-3364B63A26C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76" t="10756" r="1176" b="10731"/>
          <a:stretch>
            <a:fillRect/>
          </a:stretch>
        </p:blipFill>
        <p:spPr bwMode="auto">
          <a:xfrm>
            <a:off x="4355976" y="2539953"/>
            <a:ext cx="968343" cy="515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532" name="组合 531">
            <a:extLst>
              <a:ext uri="{FF2B5EF4-FFF2-40B4-BE49-F238E27FC236}">
                <a16:creationId xmlns:a16="http://schemas.microsoft.com/office/drawing/2014/main" id="{5ACE2667-F392-BFD9-7D0E-2E2C12CDEDFD}"/>
              </a:ext>
            </a:extLst>
          </p:cNvPr>
          <p:cNvGrpSpPr/>
          <p:nvPr/>
        </p:nvGrpSpPr>
        <p:grpSpPr>
          <a:xfrm>
            <a:off x="274689" y="1688566"/>
            <a:ext cx="2765004" cy="1580224"/>
            <a:chOff x="899592" y="1058278"/>
            <a:chExt cx="7776864" cy="4314938"/>
          </a:xfrm>
        </p:grpSpPr>
        <p:sp>
          <p:nvSpPr>
            <p:cNvPr id="533" name="任意多边形: 形状 532">
              <a:extLst>
                <a:ext uri="{FF2B5EF4-FFF2-40B4-BE49-F238E27FC236}">
                  <a16:creationId xmlns:a16="http://schemas.microsoft.com/office/drawing/2014/main" id="{D165120E-2CBC-EA3D-8D63-AB95C458BA17}"/>
                </a:ext>
              </a:extLst>
            </p:cNvPr>
            <p:cNvSpPr/>
            <p:nvPr>
              <p:custDataLst>
                <p:tags r:id="rId1"/>
              </p:custDataLst>
            </p:nvPr>
          </p:nvSpPr>
          <p:spPr>
            <a:xfrm flipV="1">
              <a:off x="956833" y="1058278"/>
              <a:ext cx="6823585" cy="2530426"/>
            </a:xfrm>
            <a:custGeom>
              <a:avLst/>
              <a:gdLst>
                <a:gd name="connsiteX0" fmla="*/ 0 w 6692778"/>
                <a:gd name="connsiteY0" fmla="*/ 0 h 1104900"/>
                <a:gd name="connsiteX1" fmla="*/ 6692778 w 6692778"/>
                <a:gd name="connsiteY1" fmla="*/ 0 h 1104900"/>
                <a:gd name="connsiteX2" fmla="*/ 6692778 w 6692778"/>
                <a:gd name="connsiteY2" fmla="*/ 30175 h 1104900"/>
                <a:gd name="connsiteX3" fmla="*/ 6680107 w 6692778"/>
                <a:gd name="connsiteY3" fmla="*/ 112970 h 1104900"/>
                <a:gd name="connsiteX4" fmla="*/ 3348698 w 6692778"/>
                <a:gd name="connsiteY4" fmla="*/ 1104900 h 1104900"/>
                <a:gd name="connsiteX5" fmla="*/ 0 w 6692778"/>
                <a:gd name="connsiteY5" fmla="*/ 0 h 1104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692778" h="1104900">
                  <a:moveTo>
                    <a:pt x="0" y="0"/>
                  </a:moveTo>
                  <a:lnTo>
                    <a:pt x="6692778" y="0"/>
                  </a:lnTo>
                  <a:lnTo>
                    <a:pt x="6692778" y="30175"/>
                  </a:lnTo>
                  <a:lnTo>
                    <a:pt x="6680107" y="112970"/>
                  </a:lnTo>
                  <a:cubicBezTo>
                    <a:pt x="6508620" y="670122"/>
                    <a:pt x="5082544" y="1104900"/>
                    <a:pt x="3348698" y="1104900"/>
                  </a:cubicBezTo>
                  <a:cubicBezTo>
                    <a:pt x="1499263" y="1104900"/>
                    <a:pt x="0" y="610219"/>
                    <a:pt x="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00" dirty="0"/>
            </a:p>
          </p:txBody>
        </p:sp>
        <p:sp>
          <p:nvSpPr>
            <p:cNvPr id="534" name="椭圆 533">
              <a:extLst>
                <a:ext uri="{FF2B5EF4-FFF2-40B4-BE49-F238E27FC236}">
                  <a16:creationId xmlns:a16="http://schemas.microsoft.com/office/drawing/2014/main" id="{6332CB73-A1EE-3545-9D7C-76CB40479C20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>
              <a:off x="899592" y="2493344"/>
              <a:ext cx="7776864" cy="2879872"/>
            </a:xfrm>
            <a:prstGeom prst="ellipse">
              <a:avLst/>
            </a:prstGeom>
            <a:solidFill>
              <a:srgbClr val="C4D9D0"/>
            </a:solidFill>
            <a:effectLst>
              <a:outerShdw blurRad="50800" dist="38100" dir="4200000" algn="tl" rotWithShape="0">
                <a:prstClr val="black">
                  <a:alpha val="40000"/>
                </a:prstClr>
              </a:outerShdw>
            </a:effectLst>
          </p:spPr>
          <p:style>
            <a:lnRef idx="0">
              <a:srgbClr val="FFFFFF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"/>
            </a:p>
          </p:txBody>
        </p:sp>
        <p:cxnSp>
          <p:nvCxnSpPr>
            <p:cNvPr id="535" name="直接箭头连接符 534">
              <a:extLst>
                <a:ext uri="{FF2B5EF4-FFF2-40B4-BE49-F238E27FC236}">
                  <a16:creationId xmlns:a16="http://schemas.microsoft.com/office/drawing/2014/main" id="{3333E91E-17D4-BBE3-3906-6D58CCE5A87D}"/>
                </a:ext>
              </a:extLst>
            </p:cNvPr>
            <p:cNvCxnSpPr/>
            <p:nvPr>
              <p:custDataLst>
                <p:tags r:id="rId3"/>
              </p:custDataLst>
            </p:nvPr>
          </p:nvCxnSpPr>
          <p:spPr>
            <a:xfrm flipH="1" flipV="1">
              <a:off x="2454926" y="1280217"/>
              <a:ext cx="27302" cy="1511735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6" name="直接箭头连接符 535">
              <a:extLst>
                <a:ext uri="{FF2B5EF4-FFF2-40B4-BE49-F238E27FC236}">
                  <a16:creationId xmlns:a16="http://schemas.microsoft.com/office/drawing/2014/main" id="{5E962B2A-119C-B197-B0E3-CD34850ED626}"/>
                </a:ext>
              </a:extLst>
            </p:cNvPr>
            <p:cNvCxnSpPr/>
            <p:nvPr>
              <p:custDataLst>
                <p:tags r:id="rId4"/>
              </p:custDataLst>
            </p:nvPr>
          </p:nvCxnSpPr>
          <p:spPr>
            <a:xfrm flipV="1">
              <a:off x="2478391" y="2791953"/>
              <a:ext cx="4644303" cy="1586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7" name="直接箭头连接符 536">
              <a:extLst>
                <a:ext uri="{FF2B5EF4-FFF2-40B4-BE49-F238E27FC236}">
                  <a16:creationId xmlns:a16="http://schemas.microsoft.com/office/drawing/2014/main" id="{6DB22A01-695D-3762-349D-401F93D9161A}"/>
                </a:ext>
              </a:extLst>
            </p:cNvPr>
            <p:cNvCxnSpPr/>
            <p:nvPr>
              <p:custDataLst>
                <p:tags r:id="rId5"/>
              </p:custDataLst>
            </p:nvPr>
          </p:nvCxnSpPr>
          <p:spPr>
            <a:xfrm flipH="1">
              <a:off x="1282196" y="2791953"/>
              <a:ext cx="1201589" cy="94213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8" name="文本框 537">
              <a:extLst>
                <a:ext uri="{FF2B5EF4-FFF2-40B4-BE49-F238E27FC236}">
                  <a16:creationId xmlns:a16="http://schemas.microsoft.com/office/drawing/2014/main" id="{DF2F7684-C1A3-7B26-D73F-C957F9DE0C53}"/>
                </a:ext>
              </a:extLst>
            </p:cNvPr>
            <p:cNvSpPr txBox="1"/>
            <p:nvPr>
              <p:custDataLst>
                <p:tags r:id="rId6"/>
              </p:custDataLst>
            </p:nvPr>
          </p:nvSpPr>
          <p:spPr>
            <a:xfrm>
              <a:off x="2080547" y="1380528"/>
              <a:ext cx="336012" cy="3506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50" b="1" i="1" dirty="0">
                  <a:latin typeface="Arial" panose="020B0604020202020204" pitchFamily="34" charset="0"/>
                  <a:cs typeface="Arial" panose="020B0604020202020204" pitchFamily="34" charset="0"/>
                </a:rPr>
                <a:t>z</a:t>
              </a:r>
              <a:endParaRPr lang="zh-CN" altLang="en-US" sz="1050" b="1" i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39" name="文本框 538">
              <a:extLst>
                <a:ext uri="{FF2B5EF4-FFF2-40B4-BE49-F238E27FC236}">
                  <a16:creationId xmlns:a16="http://schemas.microsoft.com/office/drawing/2014/main" id="{70FFEA6E-CE95-511D-BC4E-58933C6C8EA9}"/>
                </a:ext>
              </a:extLst>
            </p:cNvPr>
            <p:cNvSpPr txBox="1"/>
            <p:nvPr>
              <p:custDataLst>
                <p:tags r:id="rId7"/>
              </p:custDataLst>
            </p:nvPr>
          </p:nvSpPr>
          <p:spPr>
            <a:xfrm>
              <a:off x="1389434" y="3588214"/>
              <a:ext cx="336012" cy="3506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50" b="1" i="1" dirty="0">
                  <a:latin typeface="Arial" panose="020B0604020202020204" pitchFamily="34" charset="0"/>
                  <a:cs typeface="Arial" panose="020B0604020202020204" pitchFamily="34" charset="0"/>
                </a:rPr>
                <a:t>x</a:t>
              </a:r>
              <a:endParaRPr lang="zh-CN" altLang="en-US" sz="1050" b="1" i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40" name="文本框 539">
              <a:extLst>
                <a:ext uri="{FF2B5EF4-FFF2-40B4-BE49-F238E27FC236}">
                  <a16:creationId xmlns:a16="http://schemas.microsoft.com/office/drawing/2014/main" id="{55ACD4B1-2F4B-64A9-5A38-A14A11AE4ED4}"/>
                </a:ext>
              </a:extLst>
            </p:cNvPr>
            <p:cNvSpPr txBox="1"/>
            <p:nvPr>
              <p:custDataLst>
                <p:tags r:id="rId8"/>
              </p:custDataLst>
            </p:nvPr>
          </p:nvSpPr>
          <p:spPr>
            <a:xfrm>
              <a:off x="7121817" y="2584392"/>
              <a:ext cx="336012" cy="3506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50" b="1" i="1" dirty="0">
                  <a:latin typeface="Arial" panose="020B0604020202020204" pitchFamily="34" charset="0"/>
                  <a:cs typeface="Arial" panose="020B0604020202020204" pitchFamily="34" charset="0"/>
                </a:rPr>
                <a:t>y</a:t>
              </a:r>
              <a:endParaRPr lang="zh-CN" altLang="en-US" sz="1050" b="1" i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541" name="图片 540">
              <a:extLst>
                <a:ext uri="{FF2B5EF4-FFF2-40B4-BE49-F238E27FC236}">
                  <a16:creationId xmlns:a16="http://schemas.microsoft.com/office/drawing/2014/main" id="{2D1F4DD0-DDCC-5BFC-C58E-D068278021A5}"/>
                </a:ext>
              </a:extLst>
            </p:cNvPr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6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89859" y="3180679"/>
              <a:ext cx="518478" cy="552093"/>
            </a:xfrm>
            <a:prstGeom prst="rect">
              <a:avLst/>
            </a:prstGeom>
          </p:spPr>
        </p:pic>
        <p:pic>
          <p:nvPicPr>
            <p:cNvPr id="543" name="图片 542">
              <a:extLst>
                <a:ext uri="{FF2B5EF4-FFF2-40B4-BE49-F238E27FC236}">
                  <a16:creationId xmlns:a16="http://schemas.microsoft.com/office/drawing/2014/main" id="{FCD8D8B7-DDEF-45EE-6FC0-4B94CFB159D9}"/>
                </a:ext>
              </a:extLst>
            </p:cNvPr>
            <p:cNvPicPr>
              <a:picLocks noChangeAspect="1"/>
            </p:cNvPicPr>
            <p:nvPr>
              <p:custDataLst>
                <p:tags r:id="rId10"/>
              </p:custDataLst>
            </p:nvPr>
          </p:nvPicPr>
          <p:blipFill>
            <a:blip r:embed="rId65"/>
            <a:stretch>
              <a:fillRect/>
            </a:stretch>
          </p:blipFill>
          <p:spPr>
            <a:xfrm>
              <a:off x="6645991" y="3733302"/>
              <a:ext cx="621736" cy="684509"/>
            </a:xfrm>
            <a:prstGeom prst="rect">
              <a:avLst/>
            </a:prstGeom>
          </p:spPr>
        </p:pic>
        <p:pic>
          <p:nvPicPr>
            <p:cNvPr id="544" name="图片 543">
              <a:extLst>
                <a:ext uri="{FF2B5EF4-FFF2-40B4-BE49-F238E27FC236}">
                  <a16:creationId xmlns:a16="http://schemas.microsoft.com/office/drawing/2014/main" id="{175FA64F-DFD0-ABD2-E7AC-2CDEE7E95791}"/>
                </a:ext>
              </a:extLst>
            </p:cNvPr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66"/>
            <a:stretch>
              <a:fillRect/>
            </a:stretch>
          </p:blipFill>
          <p:spPr>
            <a:xfrm>
              <a:off x="3362725" y="2661565"/>
              <a:ext cx="424937" cy="452487"/>
            </a:xfrm>
            <a:prstGeom prst="rect">
              <a:avLst/>
            </a:prstGeom>
          </p:spPr>
        </p:pic>
        <p:cxnSp>
          <p:nvCxnSpPr>
            <p:cNvPr id="545" name="曲线连接符 36">
              <a:extLst>
                <a:ext uri="{FF2B5EF4-FFF2-40B4-BE49-F238E27FC236}">
                  <a16:creationId xmlns:a16="http://schemas.microsoft.com/office/drawing/2014/main" id="{B264EA8B-EB2C-CD02-FD5A-88D780E46F4F}"/>
                </a:ext>
              </a:extLst>
            </p:cNvPr>
            <p:cNvCxnSpPr/>
            <p:nvPr>
              <p:custDataLst>
                <p:tags r:id="rId12"/>
              </p:custDataLst>
            </p:nvPr>
          </p:nvCxnSpPr>
          <p:spPr>
            <a:xfrm rot="5400000" flipV="1">
              <a:off x="2302014" y="1632304"/>
              <a:ext cx="730319" cy="424418"/>
            </a:xfrm>
            <a:prstGeom prst="curvedConnector3">
              <a:avLst>
                <a:gd name="adj1" fmla="val 50060"/>
              </a:avLst>
            </a:prstGeom>
            <a:ln>
              <a:solidFill>
                <a:srgbClr val="7B6993"/>
              </a:solidFill>
              <a:headEnd type="oval" w="med" len="med"/>
              <a:tailEnd type="triangle" w="med" len="med"/>
            </a:ln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546" name="曲线连接符 37">
              <a:extLst>
                <a:ext uri="{FF2B5EF4-FFF2-40B4-BE49-F238E27FC236}">
                  <a16:creationId xmlns:a16="http://schemas.microsoft.com/office/drawing/2014/main" id="{A5A48B7A-1363-4701-DA6D-56E9CFEB4ADF}"/>
                </a:ext>
              </a:extLst>
            </p:cNvPr>
            <p:cNvCxnSpPr/>
            <p:nvPr>
              <p:custDataLst>
                <p:tags r:id="rId13"/>
              </p:custDataLst>
            </p:nvPr>
          </p:nvCxnSpPr>
          <p:spPr>
            <a:xfrm>
              <a:off x="2454965" y="1480235"/>
              <a:ext cx="2908051" cy="399958"/>
            </a:xfrm>
            <a:prstGeom prst="curvedConnector3">
              <a:avLst>
                <a:gd name="adj1" fmla="val 50014"/>
              </a:avLst>
            </a:prstGeom>
            <a:ln>
              <a:solidFill>
                <a:srgbClr val="7B6993"/>
              </a:solidFill>
              <a:headEnd type="oval" w="med" len="med"/>
              <a:tailEnd type="triangle" w="med" len="med"/>
            </a:ln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554" name="椭圆 553">
              <a:extLst>
                <a:ext uri="{FF2B5EF4-FFF2-40B4-BE49-F238E27FC236}">
                  <a16:creationId xmlns:a16="http://schemas.microsoft.com/office/drawing/2014/main" id="{909EF9B1-78D6-1867-3959-CF7A8D9F6316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2529424" y="3631550"/>
              <a:ext cx="1014302" cy="660723"/>
            </a:xfrm>
            <a:prstGeom prst="ellipse">
              <a:avLst/>
            </a:prstGeom>
            <a:solidFill>
              <a:srgbClr val="FAE1CF">
                <a:alpha val="73000"/>
              </a:srgbClr>
            </a:solidFill>
            <a:ln w="28575">
              <a:solidFill>
                <a:srgbClr val="F4B183"/>
              </a:solidFill>
              <a:prstDash val="dash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555" name="直接连接符 554">
              <a:extLst>
                <a:ext uri="{FF2B5EF4-FFF2-40B4-BE49-F238E27FC236}">
                  <a16:creationId xmlns:a16="http://schemas.microsoft.com/office/drawing/2014/main" id="{6A0C3FCE-496F-14F6-82A7-0BC806992265}"/>
                </a:ext>
              </a:extLst>
            </p:cNvPr>
            <p:cNvCxnSpPr>
              <a:endCxn id="554" idx="2"/>
            </p:cNvCxnSpPr>
            <p:nvPr>
              <p:custDataLst>
                <p:tags r:id="rId15"/>
              </p:custDataLst>
            </p:nvPr>
          </p:nvCxnSpPr>
          <p:spPr>
            <a:xfrm flipH="1">
              <a:off x="2529424" y="2680108"/>
              <a:ext cx="491432" cy="1281803"/>
            </a:xfrm>
            <a:prstGeom prst="line">
              <a:avLst/>
            </a:prstGeom>
            <a:ln w="28575">
              <a:solidFill>
                <a:srgbClr val="F4B183"/>
              </a:solidFill>
              <a:prstDash val="dash"/>
              <a:round/>
            </a:ln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556" name="直接连接符 555">
              <a:extLst>
                <a:ext uri="{FF2B5EF4-FFF2-40B4-BE49-F238E27FC236}">
                  <a16:creationId xmlns:a16="http://schemas.microsoft.com/office/drawing/2014/main" id="{4005C86A-5BAB-1B43-8A6B-1CEF32D21492}"/>
                </a:ext>
              </a:extLst>
            </p:cNvPr>
            <p:cNvCxnSpPr>
              <a:endCxn id="554" idx="6"/>
            </p:cNvCxnSpPr>
            <p:nvPr>
              <p:custDataLst>
                <p:tags r:id="rId16"/>
              </p:custDataLst>
            </p:nvPr>
          </p:nvCxnSpPr>
          <p:spPr>
            <a:xfrm>
              <a:off x="3083733" y="2680108"/>
              <a:ext cx="459993" cy="1281803"/>
            </a:xfrm>
            <a:prstGeom prst="line">
              <a:avLst/>
            </a:prstGeom>
            <a:ln w="28575" cmpd="sng">
              <a:solidFill>
                <a:srgbClr val="F4B183"/>
              </a:solidFill>
              <a:prstDash val="dash"/>
              <a:round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pic>
          <p:nvPicPr>
            <p:cNvPr id="557" name="图片 556">
              <a:extLst>
                <a:ext uri="{FF2B5EF4-FFF2-40B4-BE49-F238E27FC236}">
                  <a16:creationId xmlns:a16="http://schemas.microsoft.com/office/drawing/2014/main" id="{6255D7E8-E359-DD5E-BA7A-17AC224F75D1}"/>
                </a:ext>
              </a:extLst>
            </p:cNvPr>
            <p:cNvPicPr>
              <a:picLocks noChangeAspect="1"/>
            </p:cNvPicPr>
            <p:nvPr>
              <p:custDataLst>
                <p:tags r:id="rId17"/>
              </p:custDataLst>
            </p:nvPr>
          </p:nvPicPr>
          <p:blipFill>
            <a:blip r:embed="rId67"/>
            <a:stretch>
              <a:fillRect/>
            </a:stretch>
          </p:blipFill>
          <p:spPr>
            <a:xfrm>
              <a:off x="2548453" y="3265949"/>
              <a:ext cx="963835" cy="1026323"/>
            </a:xfrm>
            <a:prstGeom prst="rect">
              <a:avLst/>
            </a:prstGeom>
          </p:spPr>
        </p:pic>
        <p:pic>
          <p:nvPicPr>
            <p:cNvPr id="558" name="图片 557" descr="vecteezy_lightning-bolts-element_(已去底)">
              <a:extLst>
                <a:ext uri="{FF2B5EF4-FFF2-40B4-BE49-F238E27FC236}">
                  <a16:creationId xmlns:a16="http://schemas.microsoft.com/office/drawing/2014/main" id="{5CC021CF-A79E-0E03-5D30-9F73C4044FB0}"/>
                </a:ext>
              </a:extLst>
            </p:cNvPr>
            <p:cNvPicPr>
              <a:picLocks noChangeAspect="1"/>
            </p:cNvPicPr>
            <p:nvPr>
              <p:custDataLst>
                <p:tags r:id="rId18"/>
              </p:custDataLst>
            </p:nvPr>
          </p:nvPicPr>
          <p:blipFill>
            <a:blip r:embed="rId68">
              <a:alphaModFix amt="88000"/>
            </a:blip>
            <a:srcRect l="53236" t="7873" r="13871" b="24401"/>
            <a:stretch>
              <a:fillRect/>
            </a:stretch>
          </p:blipFill>
          <p:spPr>
            <a:xfrm rot="18540000" flipH="1">
              <a:off x="3756630" y="2091956"/>
              <a:ext cx="262527" cy="1151638"/>
            </a:xfrm>
            <a:prstGeom prst="rect">
              <a:avLst/>
            </a:prstGeom>
            <a:effectLst>
              <a:glow rad="12700">
                <a:schemeClr val="accent4">
                  <a:lumMod val="60000"/>
                  <a:lumOff val="40000"/>
                  <a:alpha val="80000"/>
                </a:schemeClr>
              </a:glow>
            </a:effectLst>
          </p:spPr>
        </p:pic>
        <p:pic>
          <p:nvPicPr>
            <p:cNvPr id="559" name="图片 558" descr="vecteezy_lightning-bolts-element_(已去底)">
              <a:extLst>
                <a:ext uri="{FF2B5EF4-FFF2-40B4-BE49-F238E27FC236}">
                  <a16:creationId xmlns:a16="http://schemas.microsoft.com/office/drawing/2014/main" id="{625C06ED-2129-6EC0-0B13-9DF52BB36FBE}"/>
                </a:ext>
              </a:extLst>
            </p:cNvPr>
            <p:cNvPicPr>
              <a:picLocks noChangeAspect="1"/>
            </p:cNvPicPr>
            <p:nvPr>
              <p:custDataLst>
                <p:tags r:id="rId19"/>
              </p:custDataLst>
            </p:nvPr>
          </p:nvPicPr>
          <p:blipFill>
            <a:blip r:embed="rId68">
              <a:alphaModFix amt="88000"/>
            </a:blip>
            <a:srcRect l="53236" t="7873" r="13871" b="24401"/>
            <a:stretch>
              <a:fillRect/>
            </a:stretch>
          </p:blipFill>
          <p:spPr>
            <a:xfrm rot="2040000">
              <a:off x="4960935" y="1791215"/>
              <a:ext cx="276327" cy="1332018"/>
            </a:xfrm>
            <a:prstGeom prst="rect">
              <a:avLst/>
            </a:prstGeom>
            <a:effectLst>
              <a:glow rad="12700">
                <a:schemeClr val="accent4">
                  <a:lumMod val="60000"/>
                  <a:lumOff val="40000"/>
                  <a:alpha val="80000"/>
                </a:schemeClr>
              </a:glow>
            </a:effectLst>
          </p:spPr>
        </p:pic>
        <p:sp>
          <p:nvSpPr>
            <p:cNvPr id="560" name="椭圆 559">
              <a:extLst>
                <a:ext uri="{FF2B5EF4-FFF2-40B4-BE49-F238E27FC236}">
                  <a16:creationId xmlns:a16="http://schemas.microsoft.com/office/drawing/2014/main" id="{A5DDB829-5F49-3B78-ED46-AB1BA3C6C998}"/>
                </a:ext>
              </a:extLst>
            </p:cNvPr>
            <p:cNvSpPr/>
            <p:nvPr>
              <p:custDataLst>
                <p:tags r:id="rId20"/>
              </p:custDataLst>
            </p:nvPr>
          </p:nvSpPr>
          <p:spPr>
            <a:xfrm>
              <a:off x="5292693" y="3217496"/>
              <a:ext cx="1014302" cy="660723"/>
            </a:xfrm>
            <a:prstGeom prst="ellipse">
              <a:avLst/>
            </a:prstGeom>
            <a:solidFill>
              <a:srgbClr val="FAE1CF">
                <a:alpha val="73000"/>
              </a:srgbClr>
            </a:solidFill>
            <a:ln w="28575">
              <a:solidFill>
                <a:srgbClr val="F4B183"/>
              </a:solidFill>
              <a:prstDash val="dash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561" name="直接连接符 560">
              <a:extLst>
                <a:ext uri="{FF2B5EF4-FFF2-40B4-BE49-F238E27FC236}">
                  <a16:creationId xmlns:a16="http://schemas.microsoft.com/office/drawing/2014/main" id="{13FB1190-AA00-3FB3-BD21-3B8A4BDD3768}"/>
                </a:ext>
              </a:extLst>
            </p:cNvPr>
            <p:cNvCxnSpPr/>
            <p:nvPr>
              <p:custDataLst>
                <p:tags r:id="rId21"/>
              </p:custDataLst>
            </p:nvPr>
          </p:nvCxnSpPr>
          <p:spPr>
            <a:xfrm flipH="1">
              <a:off x="5290211" y="2252840"/>
              <a:ext cx="491432" cy="1281803"/>
            </a:xfrm>
            <a:prstGeom prst="line">
              <a:avLst/>
            </a:prstGeom>
            <a:ln w="28575">
              <a:solidFill>
                <a:srgbClr val="F4B183"/>
              </a:solidFill>
              <a:prstDash val="dash"/>
              <a:round/>
            </a:ln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562" name="直接连接符 561">
              <a:extLst>
                <a:ext uri="{FF2B5EF4-FFF2-40B4-BE49-F238E27FC236}">
                  <a16:creationId xmlns:a16="http://schemas.microsoft.com/office/drawing/2014/main" id="{CEA4EDB0-2156-2490-CEBF-7BE0B104710C}"/>
                </a:ext>
              </a:extLst>
            </p:cNvPr>
            <p:cNvCxnSpPr/>
            <p:nvPr>
              <p:custDataLst>
                <p:tags r:id="rId22"/>
              </p:custDataLst>
            </p:nvPr>
          </p:nvCxnSpPr>
          <p:spPr>
            <a:xfrm>
              <a:off x="5854447" y="2247555"/>
              <a:ext cx="459993" cy="1281803"/>
            </a:xfrm>
            <a:prstGeom prst="line">
              <a:avLst/>
            </a:prstGeom>
            <a:ln w="28575" cmpd="sng">
              <a:solidFill>
                <a:srgbClr val="F4B183"/>
              </a:solidFill>
              <a:prstDash val="dash"/>
              <a:round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pic>
          <p:nvPicPr>
            <p:cNvPr id="563" name="图片 562" descr="人2">
              <a:extLst>
                <a:ext uri="{FF2B5EF4-FFF2-40B4-BE49-F238E27FC236}">
                  <a16:creationId xmlns:a16="http://schemas.microsoft.com/office/drawing/2014/main" id="{E5504F52-EE00-A500-667A-82CD5F8B5502}"/>
                </a:ext>
              </a:extLst>
            </p:cNvPr>
            <p:cNvPicPr>
              <a:picLocks noChangeAspect="1"/>
            </p:cNvPicPr>
            <p:nvPr>
              <p:custDataLst>
                <p:tags r:id="rId23"/>
              </p:custDataLst>
            </p:nvPr>
          </p:nvPicPr>
          <p:blipFill>
            <a:blip r:embed="rId69"/>
            <a:stretch>
              <a:fillRect/>
            </a:stretch>
          </p:blipFill>
          <p:spPr>
            <a:xfrm>
              <a:off x="6019912" y="4060579"/>
              <a:ext cx="466612" cy="496864"/>
            </a:xfrm>
            <a:prstGeom prst="rect">
              <a:avLst/>
            </a:prstGeom>
          </p:spPr>
        </p:pic>
        <p:pic>
          <p:nvPicPr>
            <p:cNvPr id="564" name="图片 563" descr="房子5">
              <a:extLst>
                <a:ext uri="{FF2B5EF4-FFF2-40B4-BE49-F238E27FC236}">
                  <a16:creationId xmlns:a16="http://schemas.microsoft.com/office/drawing/2014/main" id="{94F29F11-743E-CFD1-ADA3-8BADFC54D2F1}"/>
                </a:ext>
              </a:extLst>
            </p:cNvPr>
            <p:cNvPicPr>
              <a:picLocks noChangeAspect="1"/>
            </p:cNvPicPr>
            <p:nvPr>
              <p:custDataLst>
                <p:tags r:id="rId24"/>
              </p:custDataLst>
            </p:nvPr>
          </p:nvPicPr>
          <p:blipFill>
            <a:blip r:embed="rId70"/>
            <a:stretch>
              <a:fillRect/>
            </a:stretch>
          </p:blipFill>
          <p:spPr>
            <a:xfrm>
              <a:off x="5105097" y="4264742"/>
              <a:ext cx="839529" cy="780976"/>
            </a:xfrm>
            <a:prstGeom prst="rect">
              <a:avLst/>
            </a:prstGeom>
          </p:spPr>
        </p:pic>
        <p:pic>
          <p:nvPicPr>
            <p:cNvPr id="565" name="图片 564" descr="人">
              <a:extLst>
                <a:ext uri="{FF2B5EF4-FFF2-40B4-BE49-F238E27FC236}">
                  <a16:creationId xmlns:a16="http://schemas.microsoft.com/office/drawing/2014/main" id="{797958C2-53F5-9DF8-C6EB-99AEDB7DE3A6}"/>
                </a:ext>
              </a:extLst>
            </p:cNvPr>
            <p:cNvPicPr>
              <a:picLocks noChangeAspect="1"/>
            </p:cNvPicPr>
            <p:nvPr>
              <p:custDataLst>
                <p:tags r:id="rId25"/>
              </p:custDataLst>
            </p:nvPr>
          </p:nvPicPr>
          <p:blipFill>
            <a:blip r:embed="rId71"/>
            <a:stretch>
              <a:fillRect/>
            </a:stretch>
          </p:blipFill>
          <p:spPr>
            <a:xfrm>
              <a:off x="2372852" y="2934707"/>
              <a:ext cx="361749" cy="385202"/>
            </a:xfrm>
            <a:prstGeom prst="rect">
              <a:avLst/>
            </a:prstGeom>
          </p:spPr>
        </p:pic>
        <p:sp>
          <p:nvSpPr>
            <p:cNvPr id="566" name="椭圆 565">
              <a:extLst>
                <a:ext uri="{FF2B5EF4-FFF2-40B4-BE49-F238E27FC236}">
                  <a16:creationId xmlns:a16="http://schemas.microsoft.com/office/drawing/2014/main" id="{4B59160F-08CB-041C-D936-9C2FF010A7DA}"/>
                </a:ext>
              </a:extLst>
            </p:cNvPr>
            <p:cNvSpPr/>
            <p:nvPr>
              <p:custDataLst>
                <p:tags r:id="rId26"/>
              </p:custDataLst>
            </p:nvPr>
          </p:nvSpPr>
          <p:spPr>
            <a:xfrm>
              <a:off x="4053360" y="3662384"/>
              <a:ext cx="904267" cy="408766"/>
            </a:xfrm>
            <a:prstGeom prst="ellipse">
              <a:avLst/>
            </a:prstGeom>
            <a:ln>
              <a:noFill/>
            </a:ln>
            <a:effectLst>
              <a:outerShdw blurRad="50800" dist="50800" dir="3600000" sx="83000" sy="83000" algn="ctr" rotWithShape="0">
                <a:srgbClr val="000000">
                  <a:alpha val="43000"/>
                </a:srgbClr>
              </a:outerShdw>
              <a:reflection stA="45000" endPos="5000" dist="50800" dir="5400000" sy="-100000" algn="bl" rotWithShape="0"/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pic>
          <p:nvPicPr>
            <p:cNvPr id="567" name="图片 566">
              <a:extLst>
                <a:ext uri="{FF2B5EF4-FFF2-40B4-BE49-F238E27FC236}">
                  <a16:creationId xmlns:a16="http://schemas.microsoft.com/office/drawing/2014/main" id="{7D396E44-6EB7-528E-2F1A-AD55656B87A2}"/>
                </a:ext>
              </a:extLst>
            </p:cNvPr>
            <p:cNvPicPr>
              <a:picLocks noChangeAspect="1"/>
            </p:cNvPicPr>
            <p:nvPr>
              <p:custDataLst>
                <p:tags r:id="rId27"/>
              </p:custDataLst>
            </p:nvPr>
          </p:nvPicPr>
          <p:blipFill>
            <a:blip r:embed="rId72"/>
            <a:stretch>
              <a:fillRect/>
            </a:stretch>
          </p:blipFill>
          <p:spPr>
            <a:xfrm>
              <a:off x="2079359" y="4277296"/>
              <a:ext cx="583265" cy="621080"/>
            </a:xfrm>
            <a:prstGeom prst="rect">
              <a:avLst/>
            </a:prstGeom>
          </p:spPr>
        </p:pic>
        <p:pic>
          <p:nvPicPr>
            <p:cNvPr id="568" name="图片 567" descr="草2">
              <a:extLst>
                <a:ext uri="{FF2B5EF4-FFF2-40B4-BE49-F238E27FC236}">
                  <a16:creationId xmlns:a16="http://schemas.microsoft.com/office/drawing/2014/main" id="{0873544A-9F51-8062-0C55-621D2F3832C6}"/>
                </a:ext>
              </a:extLst>
            </p:cNvPr>
            <p:cNvPicPr>
              <a:picLocks noChangeAspect="1"/>
            </p:cNvPicPr>
            <p:nvPr>
              <p:custDataLst>
                <p:tags r:id="rId28"/>
              </p:custDataLst>
            </p:nvPr>
          </p:nvPicPr>
          <p:blipFill>
            <a:blip r:embed="rId73"/>
            <a:stretch>
              <a:fillRect/>
            </a:stretch>
          </p:blipFill>
          <p:spPr>
            <a:xfrm>
              <a:off x="2079359" y="3409547"/>
              <a:ext cx="297837" cy="252837"/>
            </a:xfrm>
            <a:prstGeom prst="rect">
              <a:avLst/>
            </a:prstGeom>
          </p:spPr>
        </p:pic>
        <p:pic>
          <p:nvPicPr>
            <p:cNvPr id="569" name="图片 568">
              <a:extLst>
                <a:ext uri="{FF2B5EF4-FFF2-40B4-BE49-F238E27FC236}">
                  <a16:creationId xmlns:a16="http://schemas.microsoft.com/office/drawing/2014/main" id="{01236AD9-96B6-5CC2-9ADE-114AD200BDC1}"/>
                </a:ext>
              </a:extLst>
            </p:cNvPr>
            <p:cNvPicPr>
              <a:picLocks noChangeAspect="1"/>
            </p:cNvPicPr>
            <p:nvPr>
              <p:custDataLst>
                <p:tags r:id="rId29"/>
              </p:custDataLst>
            </p:nvPr>
          </p:nvPicPr>
          <p:blipFill rotWithShape="1">
            <a:blip r:embed="rId7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1601" t="18356" r="79062" b="16216"/>
            <a:stretch>
              <a:fillRect/>
            </a:stretch>
          </p:blipFill>
          <p:spPr>
            <a:xfrm>
              <a:off x="5531790" y="2759395"/>
              <a:ext cx="587401" cy="1097682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572" name="图形 52">
              <a:extLst>
                <a:ext uri="{FF2B5EF4-FFF2-40B4-BE49-F238E27FC236}">
                  <a16:creationId xmlns:a16="http://schemas.microsoft.com/office/drawing/2014/main" id="{0963BCA6-7746-B2BC-8859-E97A30887A92}"/>
                </a:ext>
              </a:extLst>
            </p:cNvPr>
            <p:cNvPicPr>
              <a:picLocks noChangeAspect="1"/>
            </p:cNvPicPr>
            <p:nvPr>
              <p:custDataLst>
                <p:tags r:id="rId30"/>
              </p:custDataLst>
            </p:nvPr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5"/>
                </a:ext>
              </a:extLst>
            </a:blip>
            <a:stretch>
              <a:fillRect/>
            </a:stretch>
          </p:blipFill>
          <p:spPr>
            <a:xfrm>
              <a:off x="6958100" y="2521535"/>
              <a:ext cx="1662925" cy="1770738"/>
            </a:xfrm>
            <a:prstGeom prst="rect">
              <a:avLst/>
            </a:prstGeom>
          </p:spPr>
        </p:pic>
        <p:pic>
          <p:nvPicPr>
            <p:cNvPr id="573" name="图片 572">
              <a:extLst>
                <a:ext uri="{FF2B5EF4-FFF2-40B4-BE49-F238E27FC236}">
                  <a16:creationId xmlns:a16="http://schemas.microsoft.com/office/drawing/2014/main" id="{46DF7642-9731-C9FF-0D64-3B2913CC2937}"/>
                </a:ext>
              </a:extLst>
            </p:cNvPr>
            <p:cNvPicPr>
              <a:picLocks noChangeAspect="1"/>
            </p:cNvPicPr>
            <p:nvPr>
              <p:custDataLst>
                <p:tags r:id="rId31"/>
              </p:custDataLst>
            </p:nvPr>
          </p:nvPicPr>
          <p:blipFill rotWithShape="1">
            <a:blip r:embed="rId7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761" t="20636" r="3389" b="19748"/>
            <a:stretch>
              <a:fillRect/>
            </a:stretch>
          </p:blipFill>
          <p:spPr>
            <a:xfrm>
              <a:off x="5489596" y="1680214"/>
              <a:ext cx="748730" cy="511840"/>
            </a:xfrm>
            <a:prstGeom prst="rect">
              <a:avLst/>
            </a:prstGeom>
          </p:spPr>
        </p:pic>
        <p:pic>
          <p:nvPicPr>
            <p:cNvPr id="574" name="图片 573">
              <a:extLst>
                <a:ext uri="{FF2B5EF4-FFF2-40B4-BE49-F238E27FC236}">
                  <a16:creationId xmlns:a16="http://schemas.microsoft.com/office/drawing/2014/main" id="{6ED140B8-136C-2F1D-B5EE-823E03BDA2C7}"/>
                </a:ext>
              </a:extLst>
            </p:cNvPr>
            <p:cNvPicPr>
              <a:picLocks noChangeAspect="1"/>
            </p:cNvPicPr>
            <p:nvPr>
              <p:custDataLst>
                <p:tags r:id="rId32"/>
              </p:custDataLst>
            </p:nvPr>
          </p:nvPicPr>
          <p:blipFill rotWithShape="1">
            <a:blip r:embed="rId7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761" t="20636" r="3389" b="19748"/>
            <a:stretch>
              <a:fillRect/>
            </a:stretch>
          </p:blipFill>
          <p:spPr>
            <a:xfrm>
              <a:off x="2696544" y="2084576"/>
              <a:ext cx="693299" cy="473959"/>
            </a:xfrm>
            <a:prstGeom prst="rect">
              <a:avLst/>
            </a:prstGeom>
          </p:spPr>
        </p:pic>
        <p:pic>
          <p:nvPicPr>
            <p:cNvPr id="575" name="图形 29">
              <a:extLst>
                <a:ext uri="{FF2B5EF4-FFF2-40B4-BE49-F238E27FC236}">
                  <a16:creationId xmlns:a16="http://schemas.microsoft.com/office/drawing/2014/main" id="{2E1A1E44-3258-5068-8BF1-8A16465B8BAF}"/>
                </a:ext>
              </a:extLst>
            </p:cNvPr>
            <p:cNvPicPr>
              <a:picLocks noChangeAspect="1"/>
            </p:cNvPicPr>
            <p:nvPr>
              <p:custDataLst>
                <p:tags r:id="rId33"/>
              </p:custDataLst>
            </p:nvPr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8"/>
                </a:ext>
              </a:extLst>
            </a:blip>
            <a:stretch>
              <a:fillRect/>
            </a:stretch>
          </p:blipFill>
          <p:spPr>
            <a:xfrm>
              <a:off x="4289974" y="2855420"/>
              <a:ext cx="484813" cy="1164635"/>
            </a:xfrm>
            <a:prstGeom prst="rect">
              <a:avLst/>
            </a:prstGeom>
          </p:spPr>
        </p:pic>
        <p:pic>
          <p:nvPicPr>
            <p:cNvPr id="64" name="图形 63">
              <a:extLst>
                <a:ext uri="{FF2B5EF4-FFF2-40B4-BE49-F238E27FC236}">
                  <a16:creationId xmlns:a16="http://schemas.microsoft.com/office/drawing/2014/main" id="{30B77D9B-1602-214C-7EF5-354E16A6E693}"/>
                </a:ext>
              </a:extLst>
            </p:cNvPr>
            <p:cNvPicPr>
              <a:picLocks noChangeAspect="1"/>
            </p:cNvPicPr>
            <p:nvPr>
              <p:custDataLst>
                <p:tags r:id="rId34"/>
              </p:custDataLst>
            </p:nvPr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9"/>
                </a:ext>
              </a:extLst>
            </a:blip>
            <a:stretch>
              <a:fillRect/>
            </a:stretch>
          </p:blipFill>
          <p:spPr>
            <a:xfrm flipH="1">
              <a:off x="5023224" y="2765240"/>
              <a:ext cx="840600" cy="895099"/>
            </a:xfrm>
            <a:prstGeom prst="rect">
              <a:avLst/>
            </a:prstGeom>
          </p:spPr>
        </p:pic>
        <p:pic>
          <p:nvPicPr>
            <p:cNvPr id="65" name="图片 64">
              <a:extLst>
                <a:ext uri="{FF2B5EF4-FFF2-40B4-BE49-F238E27FC236}">
                  <a16:creationId xmlns:a16="http://schemas.microsoft.com/office/drawing/2014/main" id="{9940D615-6AC0-83BB-0C5C-AE0E24499776}"/>
                </a:ext>
              </a:extLst>
            </p:cNvPr>
            <p:cNvPicPr>
              <a:picLocks noChangeAspect="1"/>
            </p:cNvPicPr>
            <p:nvPr>
              <p:custDataLst>
                <p:tags r:id="rId35"/>
              </p:custDataLst>
            </p:nvPr>
          </p:nvPicPr>
          <p:blipFill>
            <a:blip r:embed="rId8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85415" y="4598156"/>
              <a:ext cx="612220" cy="609628"/>
            </a:xfrm>
            <a:prstGeom prst="rect">
              <a:avLst/>
            </a:prstGeom>
          </p:spPr>
        </p:pic>
        <p:pic>
          <p:nvPicPr>
            <p:cNvPr id="66" name="图片 65">
              <a:extLst>
                <a:ext uri="{FF2B5EF4-FFF2-40B4-BE49-F238E27FC236}">
                  <a16:creationId xmlns:a16="http://schemas.microsoft.com/office/drawing/2014/main" id="{F39F02B4-7A6D-8D73-5E5A-B260795DF50F}"/>
                </a:ext>
              </a:extLst>
            </p:cNvPr>
            <p:cNvPicPr>
              <a:picLocks noChangeAspect="1"/>
            </p:cNvPicPr>
            <p:nvPr>
              <p:custDataLst>
                <p:tags r:id="rId36"/>
              </p:custDataLst>
            </p:nvPr>
          </p:nvPicPr>
          <p:blipFill>
            <a:blip r:embed="rId81"/>
            <a:stretch>
              <a:fillRect/>
            </a:stretch>
          </p:blipFill>
          <p:spPr>
            <a:xfrm rot="20700000">
              <a:off x="3129259" y="4296630"/>
              <a:ext cx="995273" cy="1059800"/>
            </a:xfrm>
            <a:prstGeom prst="rect">
              <a:avLst/>
            </a:prstGeom>
          </p:spPr>
        </p:pic>
        <p:cxnSp>
          <p:nvCxnSpPr>
            <p:cNvPr id="69" name="直接箭头连接符 68">
              <a:extLst>
                <a:ext uri="{FF2B5EF4-FFF2-40B4-BE49-F238E27FC236}">
                  <a16:creationId xmlns:a16="http://schemas.microsoft.com/office/drawing/2014/main" id="{3582CD4D-657F-B7A1-4832-FB0EA7BDE596}"/>
                </a:ext>
              </a:extLst>
            </p:cNvPr>
            <p:cNvCxnSpPr>
              <a:cxnSpLocks/>
            </p:cNvCxnSpPr>
            <p:nvPr/>
          </p:nvCxnSpPr>
          <p:spPr>
            <a:xfrm>
              <a:off x="3175811" y="2537166"/>
              <a:ext cx="1131381" cy="789003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70" name="直接箭头连接符 69">
              <a:extLst>
                <a:ext uri="{FF2B5EF4-FFF2-40B4-BE49-F238E27FC236}">
                  <a16:creationId xmlns:a16="http://schemas.microsoft.com/office/drawing/2014/main" id="{1C8DBD37-789E-4841-5A2B-5F3D99F61E3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67857" y="2176747"/>
              <a:ext cx="934012" cy="1063248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</p:grpSp>
      <p:sp>
        <p:nvSpPr>
          <p:cNvPr id="73" name="矩形 72">
            <a:extLst>
              <a:ext uri="{FF2B5EF4-FFF2-40B4-BE49-F238E27FC236}">
                <a16:creationId xmlns:a16="http://schemas.microsoft.com/office/drawing/2014/main" id="{7686D7D2-54EE-AB19-B2A6-171A921461DC}"/>
              </a:ext>
            </a:extLst>
          </p:cNvPr>
          <p:cNvSpPr/>
          <p:nvPr/>
        </p:nvSpPr>
        <p:spPr>
          <a:xfrm>
            <a:off x="179512" y="1556792"/>
            <a:ext cx="2981028" cy="1872208"/>
          </a:xfrm>
          <a:prstGeom prst="rect">
            <a:avLst/>
          </a:prstGeom>
          <a:ln w="19050" cmpd="sng">
            <a:solidFill>
              <a:schemeClr val="accent1">
                <a:shade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78CAE333-33EC-65E8-4CAF-A2D514AF5B6F}"/>
              </a:ext>
            </a:extLst>
          </p:cNvPr>
          <p:cNvSpPr txBox="1"/>
          <p:nvPr/>
        </p:nvSpPr>
        <p:spPr>
          <a:xfrm>
            <a:off x="193534" y="1559490"/>
            <a:ext cx="634050" cy="2905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b="1" dirty="0">
                <a:solidFill>
                  <a:schemeClr val="tx1"/>
                </a:solidFill>
                <a:effectLst/>
              </a:rPr>
              <a:t>环境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4" name="组合 233">
            <a:extLst>
              <a:ext uri="{FF2B5EF4-FFF2-40B4-BE49-F238E27FC236}">
                <a16:creationId xmlns:a16="http://schemas.microsoft.com/office/drawing/2014/main" id="{DBF4B1B9-D468-70DC-C6AF-26D3F31108A6}"/>
              </a:ext>
            </a:extLst>
          </p:cNvPr>
          <p:cNvGrpSpPr/>
          <p:nvPr/>
        </p:nvGrpSpPr>
        <p:grpSpPr>
          <a:xfrm>
            <a:off x="395536" y="620688"/>
            <a:ext cx="8640960" cy="5023732"/>
            <a:chOff x="395536" y="620688"/>
            <a:chExt cx="8640960" cy="5023732"/>
          </a:xfrm>
        </p:grpSpPr>
        <p:sp>
          <p:nvSpPr>
            <p:cNvPr id="60" name="矩形: 圆角 59">
              <a:extLst>
                <a:ext uri="{FF2B5EF4-FFF2-40B4-BE49-F238E27FC236}">
                  <a16:creationId xmlns:a16="http://schemas.microsoft.com/office/drawing/2014/main" id="{17A21C24-9949-203E-43DF-3949E2758350}"/>
                </a:ext>
              </a:extLst>
            </p:cNvPr>
            <p:cNvSpPr/>
            <p:nvPr/>
          </p:nvSpPr>
          <p:spPr>
            <a:xfrm>
              <a:off x="3287114" y="1274478"/>
              <a:ext cx="5605366" cy="4032917"/>
            </a:xfrm>
            <a:prstGeom prst="roundRect">
              <a:avLst/>
            </a:prstGeom>
            <a:solidFill>
              <a:srgbClr val="DDEBDE"/>
            </a:solidFill>
            <a:ln>
              <a:solidFill>
                <a:schemeClr val="accent1">
                  <a:lumMod val="75000"/>
                </a:schemeClr>
              </a:solidFill>
              <a:prstDash val="lg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32B7D171-3432-23EF-4DDF-2496581AE633}"/>
                </a:ext>
              </a:extLst>
            </p:cNvPr>
            <p:cNvSpPr txBox="1"/>
            <p:nvPr/>
          </p:nvSpPr>
          <p:spPr>
            <a:xfrm>
              <a:off x="5790459" y="1917208"/>
              <a:ext cx="240285" cy="254110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zh-CN" dirty="0"/>
                <a:t>···</a:t>
              </a:r>
              <a:endParaRPr lang="zh-CN" altLang="en-US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流程图: 接点 11">
                  <a:extLst>
                    <a:ext uri="{FF2B5EF4-FFF2-40B4-BE49-F238E27FC236}">
                      <a16:creationId xmlns:a16="http://schemas.microsoft.com/office/drawing/2014/main" id="{CD19DBF1-CE1D-6BCA-31A8-B45B7984EE75}"/>
                    </a:ext>
                  </a:extLst>
                </p:cNvPr>
                <p:cNvSpPr/>
                <p:nvPr/>
              </p:nvSpPr>
              <p:spPr>
                <a:xfrm>
                  <a:off x="4261552" y="2869987"/>
                  <a:ext cx="449740" cy="396347"/>
                </a:xfrm>
                <a:prstGeom prst="flowChartConnector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lang="en-US" altLang="zh-CN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zh-CN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zh-CN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12" name="流程图: 接点 11">
                  <a:extLst>
                    <a:ext uri="{FF2B5EF4-FFF2-40B4-BE49-F238E27FC236}">
                      <a16:creationId xmlns:a16="http://schemas.microsoft.com/office/drawing/2014/main" id="{CD19DBF1-CE1D-6BCA-31A8-B45B7984EE7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61552" y="2869987"/>
                  <a:ext cx="449740" cy="396347"/>
                </a:xfrm>
                <a:prstGeom prst="flowChartConnector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" name="流程图: 接点 12">
                  <a:extLst>
                    <a:ext uri="{FF2B5EF4-FFF2-40B4-BE49-F238E27FC236}">
                      <a16:creationId xmlns:a16="http://schemas.microsoft.com/office/drawing/2014/main" id="{09682C6C-4AA1-8E50-4D7A-1BF6E47ADD67}"/>
                    </a:ext>
                  </a:extLst>
                </p:cNvPr>
                <p:cNvSpPr/>
                <p:nvPr/>
              </p:nvSpPr>
              <p:spPr>
                <a:xfrm>
                  <a:off x="4786250" y="2869987"/>
                  <a:ext cx="449740" cy="396347"/>
                </a:xfrm>
                <a:prstGeom prst="flowChartConnector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lang="en-US" altLang="zh-CN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  <m:sub>
                            <m:r>
                              <a:rPr lang="en-US" altLang="zh-CN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zh-CN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13" name="流程图: 接点 12">
                  <a:extLst>
                    <a:ext uri="{FF2B5EF4-FFF2-40B4-BE49-F238E27FC236}">
                      <a16:creationId xmlns:a16="http://schemas.microsoft.com/office/drawing/2014/main" id="{09682C6C-4AA1-8E50-4D7A-1BF6E47ADD6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86250" y="2869987"/>
                  <a:ext cx="449740" cy="396347"/>
                </a:xfrm>
                <a:prstGeom prst="flowChartConnector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1" name="流程图: 接点 20">
                  <a:extLst>
                    <a:ext uri="{FF2B5EF4-FFF2-40B4-BE49-F238E27FC236}">
                      <a16:creationId xmlns:a16="http://schemas.microsoft.com/office/drawing/2014/main" id="{5AAB9E2D-F6CA-41DC-CAD6-9CF1D6E9866C}"/>
                    </a:ext>
                  </a:extLst>
                </p:cNvPr>
                <p:cNvSpPr/>
                <p:nvPr/>
              </p:nvSpPr>
              <p:spPr>
                <a:xfrm>
                  <a:off x="6585212" y="2875724"/>
                  <a:ext cx="449740" cy="396347"/>
                </a:xfrm>
                <a:prstGeom prst="flowChartConnector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lang="en-US" altLang="zh-CN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zh-CN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𝑴</m:t>
                            </m:r>
                          </m:sub>
                        </m:sSub>
                      </m:oMath>
                    </m:oMathPara>
                  </a14:m>
                  <a:endParaRPr lang="zh-CN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21" name="流程图: 接点 20">
                  <a:extLst>
                    <a:ext uri="{FF2B5EF4-FFF2-40B4-BE49-F238E27FC236}">
                      <a16:creationId xmlns:a16="http://schemas.microsoft.com/office/drawing/2014/main" id="{5AAB9E2D-F6CA-41DC-CAD6-9CF1D6E9866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85212" y="2875724"/>
                  <a:ext cx="449740" cy="396347"/>
                </a:xfrm>
                <a:prstGeom prst="flowChartConnector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2" name="流程图: 接点 21">
                  <a:extLst>
                    <a:ext uri="{FF2B5EF4-FFF2-40B4-BE49-F238E27FC236}">
                      <a16:creationId xmlns:a16="http://schemas.microsoft.com/office/drawing/2014/main" id="{C3C395F4-44A9-C5D2-4108-A158E4153F59}"/>
                    </a:ext>
                  </a:extLst>
                </p:cNvPr>
                <p:cNvSpPr/>
                <p:nvPr/>
              </p:nvSpPr>
              <p:spPr>
                <a:xfrm>
                  <a:off x="7109910" y="2875724"/>
                  <a:ext cx="449740" cy="396347"/>
                </a:xfrm>
                <a:prstGeom prst="flowChartConnector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lang="en-US" altLang="zh-CN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  <m:sub>
                            <m:r>
                              <a:rPr lang="en-US" altLang="zh-CN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𝑴</m:t>
                            </m:r>
                          </m:sub>
                        </m:sSub>
                      </m:oMath>
                    </m:oMathPara>
                  </a14:m>
                  <a:endParaRPr lang="zh-CN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22" name="流程图: 接点 21">
                  <a:extLst>
                    <a:ext uri="{FF2B5EF4-FFF2-40B4-BE49-F238E27FC236}">
                      <a16:creationId xmlns:a16="http://schemas.microsoft.com/office/drawing/2014/main" id="{C3C395F4-44A9-C5D2-4108-A158E4153F5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09910" y="2875724"/>
                  <a:ext cx="449740" cy="396347"/>
                </a:xfrm>
                <a:prstGeom prst="flowChartConnector">
                  <a:avLst/>
                </a:prstGeom>
                <a:blipFill>
                  <a:blip r:embed="rId5"/>
                  <a:stretch>
                    <a:fillRect l="-131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E429E06C-9FEE-C85C-D04F-1B8940136F00}"/>
                </a:ext>
              </a:extLst>
            </p:cNvPr>
            <p:cNvSpPr/>
            <p:nvPr/>
          </p:nvSpPr>
          <p:spPr>
            <a:xfrm>
              <a:off x="4186596" y="2803929"/>
              <a:ext cx="1124352" cy="528463"/>
            </a:xfrm>
            <a:prstGeom prst="rect">
              <a:avLst/>
            </a:prstGeom>
            <a:noFill/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E732BF2C-11C8-E59E-8A4B-CE6A5FE4FF9B}"/>
                </a:ext>
              </a:extLst>
            </p:cNvPr>
            <p:cNvSpPr/>
            <p:nvPr/>
          </p:nvSpPr>
          <p:spPr>
            <a:xfrm>
              <a:off x="6510255" y="2803929"/>
              <a:ext cx="1124352" cy="528463"/>
            </a:xfrm>
            <a:prstGeom prst="rect">
              <a:avLst/>
            </a:prstGeom>
            <a:noFill/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13A7DD6A-6CA3-67A5-EE31-AA0707AE8C7F}"/>
                </a:ext>
              </a:extLst>
            </p:cNvPr>
            <p:cNvSpPr txBox="1"/>
            <p:nvPr/>
          </p:nvSpPr>
          <p:spPr>
            <a:xfrm>
              <a:off x="5790459" y="2936045"/>
              <a:ext cx="240285" cy="254110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zh-CN" dirty="0"/>
                <a:t>···</a:t>
              </a:r>
              <a:endParaRPr lang="zh-CN" altLang="en-US" dirty="0"/>
            </a:p>
          </p:txBody>
        </p:sp>
        <p:cxnSp>
          <p:nvCxnSpPr>
            <p:cNvPr id="28" name="直接箭头连接符 27">
              <a:extLst>
                <a:ext uri="{FF2B5EF4-FFF2-40B4-BE49-F238E27FC236}">
                  <a16:creationId xmlns:a16="http://schemas.microsoft.com/office/drawing/2014/main" id="{92CB1709-5DC5-5B0F-E3B7-4921E12D83D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61379" y="2341524"/>
              <a:ext cx="0" cy="462405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箭头连接符 28">
              <a:extLst>
                <a:ext uri="{FF2B5EF4-FFF2-40B4-BE49-F238E27FC236}">
                  <a16:creationId xmlns:a16="http://schemas.microsoft.com/office/drawing/2014/main" id="{A9DFD057-B6EA-FCE2-018C-DB264B01D327}"/>
                </a:ext>
              </a:extLst>
            </p:cNvPr>
            <p:cNvCxnSpPr>
              <a:cxnSpLocks/>
            </p:cNvCxnSpPr>
            <p:nvPr/>
          </p:nvCxnSpPr>
          <p:spPr>
            <a:xfrm>
              <a:off x="4936163" y="2341524"/>
              <a:ext cx="0" cy="462405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箭头连接符 33">
              <a:extLst>
                <a:ext uri="{FF2B5EF4-FFF2-40B4-BE49-F238E27FC236}">
                  <a16:creationId xmlns:a16="http://schemas.microsoft.com/office/drawing/2014/main" id="{CA5A87B7-CD45-20C3-911A-91DAB89E7FB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59997" y="2341524"/>
              <a:ext cx="0" cy="462405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箭头连接符 34">
              <a:extLst>
                <a:ext uri="{FF2B5EF4-FFF2-40B4-BE49-F238E27FC236}">
                  <a16:creationId xmlns:a16="http://schemas.microsoft.com/office/drawing/2014/main" id="{F0DD3E4E-FE32-FDCC-ADC8-FFDC4B07E13A}"/>
                </a:ext>
              </a:extLst>
            </p:cNvPr>
            <p:cNvCxnSpPr>
              <a:cxnSpLocks/>
            </p:cNvCxnSpPr>
            <p:nvPr/>
          </p:nvCxnSpPr>
          <p:spPr>
            <a:xfrm>
              <a:off x="7334780" y="2341524"/>
              <a:ext cx="0" cy="462405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箭头连接符 38">
              <a:extLst>
                <a:ext uri="{FF2B5EF4-FFF2-40B4-BE49-F238E27FC236}">
                  <a16:creationId xmlns:a16="http://schemas.microsoft.com/office/drawing/2014/main" id="{C603AFF1-2DD8-24E8-63FB-00E51E62FB55}"/>
                </a:ext>
              </a:extLst>
            </p:cNvPr>
            <p:cNvCxnSpPr>
              <a:cxnSpLocks/>
            </p:cNvCxnSpPr>
            <p:nvPr/>
          </p:nvCxnSpPr>
          <p:spPr>
            <a:xfrm>
              <a:off x="4486423" y="3332393"/>
              <a:ext cx="0" cy="990869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接箭头连接符 41">
              <a:extLst>
                <a:ext uri="{FF2B5EF4-FFF2-40B4-BE49-F238E27FC236}">
                  <a16:creationId xmlns:a16="http://schemas.microsoft.com/office/drawing/2014/main" id="{BEB6D9D2-946E-1FEF-2BBD-F0EFA304F23B}"/>
                </a:ext>
              </a:extLst>
            </p:cNvPr>
            <p:cNvCxnSpPr>
              <a:cxnSpLocks/>
              <a:stCxn id="23" idx="2"/>
            </p:cNvCxnSpPr>
            <p:nvPr/>
          </p:nvCxnSpPr>
          <p:spPr>
            <a:xfrm>
              <a:off x="4748772" y="3332392"/>
              <a:ext cx="2286180" cy="955488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箭头连接符 44">
              <a:extLst>
                <a:ext uri="{FF2B5EF4-FFF2-40B4-BE49-F238E27FC236}">
                  <a16:creationId xmlns:a16="http://schemas.microsoft.com/office/drawing/2014/main" id="{AB121D7B-A4C9-77A1-94A5-5EC712743C94}"/>
                </a:ext>
              </a:extLst>
            </p:cNvPr>
            <p:cNvCxnSpPr>
              <a:cxnSpLocks/>
            </p:cNvCxnSpPr>
            <p:nvPr/>
          </p:nvCxnSpPr>
          <p:spPr>
            <a:xfrm>
              <a:off x="7334780" y="3332393"/>
              <a:ext cx="0" cy="990869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箭头连接符 45">
              <a:extLst>
                <a:ext uri="{FF2B5EF4-FFF2-40B4-BE49-F238E27FC236}">
                  <a16:creationId xmlns:a16="http://schemas.microsoft.com/office/drawing/2014/main" id="{A6FE9261-9D42-9ED8-BBEA-AC72A7446FD0}"/>
                </a:ext>
              </a:extLst>
            </p:cNvPr>
            <p:cNvCxnSpPr>
              <a:cxnSpLocks/>
              <a:stCxn id="24" idx="2"/>
            </p:cNvCxnSpPr>
            <p:nvPr/>
          </p:nvCxnSpPr>
          <p:spPr>
            <a:xfrm flipH="1">
              <a:off x="4748772" y="3332393"/>
              <a:ext cx="2323661" cy="990869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连接符: 肘形 50">
              <a:extLst>
                <a:ext uri="{FF2B5EF4-FFF2-40B4-BE49-F238E27FC236}">
                  <a16:creationId xmlns:a16="http://schemas.microsoft.com/office/drawing/2014/main" id="{5A324FA3-5A2E-28EB-FD19-9A07653D0D38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4036682" y="2044264"/>
              <a:ext cx="13220" cy="2576258"/>
            </a:xfrm>
            <a:prstGeom prst="bentConnector3">
              <a:avLst>
                <a:gd name="adj1" fmla="val 2672724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连接符: 肘形 53">
              <a:extLst>
                <a:ext uri="{FF2B5EF4-FFF2-40B4-BE49-F238E27FC236}">
                  <a16:creationId xmlns:a16="http://schemas.microsoft.com/office/drawing/2014/main" id="{C83D0436-BC30-01EC-FECD-2EBD601594B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784521" y="2044264"/>
              <a:ext cx="516" cy="2576258"/>
            </a:xfrm>
            <a:prstGeom prst="bentConnector3">
              <a:avLst>
                <a:gd name="adj1" fmla="val -62848185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文本框 58">
              <a:extLst>
                <a:ext uri="{FF2B5EF4-FFF2-40B4-BE49-F238E27FC236}">
                  <a16:creationId xmlns:a16="http://schemas.microsoft.com/office/drawing/2014/main" id="{1C746FB7-3753-8705-66B6-A00BD87E62D2}"/>
                </a:ext>
              </a:extLst>
            </p:cNvPr>
            <p:cNvSpPr txBox="1"/>
            <p:nvPr/>
          </p:nvSpPr>
          <p:spPr>
            <a:xfrm>
              <a:off x="5790459" y="4531556"/>
              <a:ext cx="240285" cy="254110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zh-CN" dirty="0"/>
                <a:t>···</a:t>
              </a:r>
              <a:endParaRPr lang="zh-CN" altLang="en-US" dirty="0"/>
            </a:p>
          </p:txBody>
        </p:sp>
        <p:sp>
          <p:nvSpPr>
            <p:cNvPr id="62" name="文本框 61">
              <a:extLst>
                <a:ext uri="{FF2B5EF4-FFF2-40B4-BE49-F238E27FC236}">
                  <a16:creationId xmlns:a16="http://schemas.microsoft.com/office/drawing/2014/main" id="{93CDEC6A-1F27-D757-47C8-2131182C290F}"/>
                </a:ext>
              </a:extLst>
            </p:cNvPr>
            <p:cNvSpPr txBox="1"/>
            <p:nvPr/>
          </p:nvSpPr>
          <p:spPr>
            <a:xfrm>
              <a:off x="5573296" y="963899"/>
              <a:ext cx="674610" cy="3105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dirty="0"/>
                <a:t>执行</a:t>
              </a:r>
            </a:p>
          </p:txBody>
        </p:sp>
        <p:sp>
          <p:nvSpPr>
            <p:cNvPr id="64" name="矩形: 圆角 63">
              <a:extLst>
                <a:ext uri="{FF2B5EF4-FFF2-40B4-BE49-F238E27FC236}">
                  <a16:creationId xmlns:a16="http://schemas.microsoft.com/office/drawing/2014/main" id="{A8269C4A-EAF3-ACD4-4AF3-907E5F85752A}"/>
                </a:ext>
              </a:extLst>
            </p:cNvPr>
            <p:cNvSpPr/>
            <p:nvPr/>
          </p:nvSpPr>
          <p:spPr>
            <a:xfrm>
              <a:off x="2915816" y="963899"/>
              <a:ext cx="6120680" cy="4680521"/>
            </a:xfrm>
            <a:prstGeom prst="roundRect">
              <a:avLst/>
            </a:prstGeom>
            <a:noFill/>
            <a:ln>
              <a:prstDash val="lg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5" name="文本框 64">
              <a:extLst>
                <a:ext uri="{FF2B5EF4-FFF2-40B4-BE49-F238E27FC236}">
                  <a16:creationId xmlns:a16="http://schemas.microsoft.com/office/drawing/2014/main" id="{9D1DFB9A-75A8-38EB-18C0-27B960A275A4}"/>
                </a:ext>
              </a:extLst>
            </p:cNvPr>
            <p:cNvSpPr txBox="1"/>
            <p:nvPr/>
          </p:nvSpPr>
          <p:spPr>
            <a:xfrm>
              <a:off x="5573296" y="620688"/>
              <a:ext cx="78756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dirty="0"/>
                <a:t>训练</a:t>
              </a:r>
            </a:p>
          </p:txBody>
        </p:sp>
        <p:grpSp>
          <p:nvGrpSpPr>
            <p:cNvPr id="2" name="组合 1">
              <a:extLst>
                <a:ext uri="{FF2B5EF4-FFF2-40B4-BE49-F238E27FC236}">
                  <a16:creationId xmlns:a16="http://schemas.microsoft.com/office/drawing/2014/main" id="{A30F7FB5-01AD-CF93-BD2D-C567974774C5}"/>
                </a:ext>
              </a:extLst>
            </p:cNvPr>
            <p:cNvGrpSpPr/>
            <p:nvPr/>
          </p:nvGrpSpPr>
          <p:grpSpPr>
            <a:xfrm>
              <a:off x="4049903" y="1354296"/>
              <a:ext cx="1410957" cy="977755"/>
              <a:chOff x="9591" y="4293"/>
              <a:chExt cx="1973" cy="1290"/>
            </a:xfrm>
          </p:grpSpPr>
          <p:sp>
            <p:nvSpPr>
              <p:cNvPr id="3" name="矩形: 圆角 2">
                <a:extLst>
                  <a:ext uri="{FF2B5EF4-FFF2-40B4-BE49-F238E27FC236}">
                    <a16:creationId xmlns:a16="http://schemas.microsoft.com/office/drawing/2014/main" id="{AF90BFDD-607B-D524-8A13-F7AC0134C002}"/>
                  </a:ext>
                </a:extLst>
              </p:cNvPr>
              <p:cNvSpPr/>
              <p:nvPr/>
            </p:nvSpPr>
            <p:spPr>
              <a:xfrm>
                <a:off x="9591" y="4472"/>
                <a:ext cx="1774" cy="1111"/>
              </a:xfrm>
              <a:prstGeom prst="roundRect">
                <a:avLst>
                  <a:gd name="adj" fmla="val 5391"/>
                </a:avLst>
              </a:prstGeom>
              <a:solidFill>
                <a:srgbClr val="C2E6FF"/>
              </a:solidFill>
              <a:ln w="19050">
                <a:solidFill>
                  <a:srgbClr val="3F93CB"/>
                </a:solidFill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E02E5981-9A16-1AFF-3B51-3AE85278C6CD}"/>
                  </a:ext>
                </a:extLst>
              </p:cNvPr>
              <p:cNvSpPr txBox="1"/>
              <p:nvPr/>
            </p:nvSpPr>
            <p:spPr>
              <a:xfrm>
                <a:off x="9727" y="4293"/>
                <a:ext cx="1508" cy="341"/>
              </a:xfrm>
              <a:prstGeom prst="homePlate">
                <a:avLst/>
              </a:prstGeom>
              <a:solidFill>
                <a:srgbClr val="3F93CB"/>
              </a:solidFill>
              <a:ln>
                <a:noFill/>
              </a:ln>
              <a:effectLst>
                <a:outerShdw blurRad="76200" dir="18900000" sy="23000" kx="-1200000" algn="bl" rotWithShape="0">
                  <a:prstClr val="black">
                    <a:alpha val="2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9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Actor</a:t>
                </a:r>
                <a:r>
                  <a:rPr lang="zh-CN" altLang="en-US" sz="9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网络</a:t>
                </a:r>
                <a:r>
                  <a:rPr lang="en-US" altLang="zh-CN" sz="9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  <a:endParaRPr lang="zh-CN" altLang="en-US" sz="9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6" name="组合 5">
                <a:extLst>
                  <a:ext uri="{FF2B5EF4-FFF2-40B4-BE49-F238E27FC236}">
                    <a16:creationId xmlns:a16="http://schemas.microsoft.com/office/drawing/2014/main" id="{428AEFCC-BED7-8BEF-6522-0D1CBB046E61}"/>
                  </a:ext>
                </a:extLst>
              </p:cNvPr>
              <p:cNvGrpSpPr/>
              <p:nvPr/>
            </p:nvGrpSpPr>
            <p:grpSpPr>
              <a:xfrm>
                <a:off x="9726" y="4748"/>
                <a:ext cx="1431" cy="728"/>
                <a:chOff x="3940" y="3359"/>
                <a:chExt cx="4314" cy="3975"/>
              </a:xfrm>
            </p:grpSpPr>
            <p:grpSp>
              <p:nvGrpSpPr>
                <p:cNvPr id="10" name="组合 9">
                  <a:extLst>
                    <a:ext uri="{FF2B5EF4-FFF2-40B4-BE49-F238E27FC236}">
                      <a16:creationId xmlns:a16="http://schemas.microsoft.com/office/drawing/2014/main" id="{1FAD69D8-027E-FAC1-EFBC-90315341F083}"/>
                    </a:ext>
                  </a:extLst>
                </p:cNvPr>
                <p:cNvGrpSpPr/>
                <p:nvPr/>
              </p:nvGrpSpPr>
              <p:grpSpPr>
                <a:xfrm>
                  <a:off x="3940" y="3359"/>
                  <a:ext cx="4314" cy="3975"/>
                  <a:chOff x="7453737" y="7967217"/>
                  <a:chExt cx="1191419" cy="993886"/>
                </a:xfrm>
              </p:grpSpPr>
              <p:sp>
                <p:nvSpPr>
                  <p:cNvPr id="27" name="椭圆 26">
                    <a:extLst>
                      <a:ext uri="{FF2B5EF4-FFF2-40B4-BE49-F238E27FC236}">
                        <a16:creationId xmlns:a16="http://schemas.microsoft.com/office/drawing/2014/main" id="{95A55E57-4D58-6FE2-4520-FE7D77525E1C}"/>
                      </a:ext>
                    </a:extLst>
                  </p:cNvPr>
                  <p:cNvSpPr/>
                  <p:nvPr/>
                </p:nvSpPr>
                <p:spPr>
                  <a:xfrm>
                    <a:off x="7892606" y="7967217"/>
                    <a:ext cx="172800" cy="172355"/>
                  </a:xfrm>
                  <a:prstGeom prst="ellipse">
                    <a:avLst/>
                  </a:prstGeom>
                  <a:solidFill>
                    <a:srgbClr val="FC6B79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53752" tIns="26876" rIns="53752" bIns="26876" numCol="1" spcCol="0" rtlCol="0" fromWordArt="0" anchor="ctr" anchorCtr="0" forceAA="0" compatLnSpc="1">
                    <a:noAutofit/>
                  </a:bodyPr>
                  <a:lstStyle/>
                  <a:p>
                    <a:pPr algn="ctr"/>
                    <a:endParaRPr lang="zh-CN" altLang="en-US" sz="1060"/>
                  </a:p>
                </p:txBody>
              </p:sp>
              <p:sp>
                <p:nvSpPr>
                  <p:cNvPr id="30" name="椭圆 29">
                    <a:extLst>
                      <a:ext uri="{FF2B5EF4-FFF2-40B4-BE49-F238E27FC236}">
                        <a16:creationId xmlns:a16="http://schemas.microsoft.com/office/drawing/2014/main" id="{BA29EC3E-508A-1B53-CE1C-2ED8F901335E}"/>
                      </a:ext>
                    </a:extLst>
                  </p:cNvPr>
                  <p:cNvSpPr/>
                  <p:nvPr/>
                </p:nvSpPr>
                <p:spPr>
                  <a:xfrm>
                    <a:off x="7893701" y="8240915"/>
                    <a:ext cx="172800" cy="172355"/>
                  </a:xfrm>
                  <a:prstGeom prst="ellipse">
                    <a:avLst/>
                  </a:prstGeom>
                  <a:solidFill>
                    <a:srgbClr val="FC6B79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53752" tIns="26876" rIns="53752" bIns="26876" numCol="1" spcCol="0" rtlCol="0" fromWordArt="0" anchor="ctr" anchorCtr="0" forceAA="0" compatLnSpc="1">
                    <a:noAutofit/>
                  </a:bodyPr>
                  <a:lstStyle/>
                  <a:p>
                    <a:pPr algn="ctr"/>
                    <a:endParaRPr lang="zh-CN" altLang="en-US" sz="1060"/>
                  </a:p>
                </p:txBody>
              </p:sp>
              <p:sp>
                <p:nvSpPr>
                  <p:cNvPr id="31" name="椭圆 30">
                    <a:extLst>
                      <a:ext uri="{FF2B5EF4-FFF2-40B4-BE49-F238E27FC236}">
                        <a16:creationId xmlns:a16="http://schemas.microsoft.com/office/drawing/2014/main" id="{2ED13D99-FCA2-2341-922D-62E339D67F6E}"/>
                      </a:ext>
                    </a:extLst>
                  </p:cNvPr>
                  <p:cNvSpPr/>
                  <p:nvPr/>
                </p:nvSpPr>
                <p:spPr>
                  <a:xfrm>
                    <a:off x="7893711" y="8514799"/>
                    <a:ext cx="172800" cy="172355"/>
                  </a:xfrm>
                  <a:prstGeom prst="ellipse">
                    <a:avLst/>
                  </a:prstGeom>
                  <a:solidFill>
                    <a:srgbClr val="FC6B79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53752" tIns="26876" rIns="53752" bIns="26876" numCol="1" spcCol="0" rtlCol="0" fromWordArt="0" anchor="ctr" anchorCtr="0" forceAA="0" compatLnSpc="1">
                    <a:noAutofit/>
                  </a:bodyPr>
                  <a:lstStyle/>
                  <a:p>
                    <a:pPr algn="ctr"/>
                    <a:endParaRPr lang="zh-CN" altLang="en-US" sz="1060"/>
                  </a:p>
                </p:txBody>
              </p:sp>
              <p:sp>
                <p:nvSpPr>
                  <p:cNvPr id="32" name="椭圆 31">
                    <a:extLst>
                      <a:ext uri="{FF2B5EF4-FFF2-40B4-BE49-F238E27FC236}">
                        <a16:creationId xmlns:a16="http://schemas.microsoft.com/office/drawing/2014/main" id="{85E888DE-78DC-8BBA-65A1-0C6110B8368E}"/>
                      </a:ext>
                    </a:extLst>
                  </p:cNvPr>
                  <p:cNvSpPr/>
                  <p:nvPr/>
                </p:nvSpPr>
                <p:spPr>
                  <a:xfrm>
                    <a:off x="7908488" y="8788748"/>
                    <a:ext cx="172800" cy="172355"/>
                  </a:xfrm>
                  <a:prstGeom prst="ellipse">
                    <a:avLst/>
                  </a:prstGeom>
                  <a:solidFill>
                    <a:srgbClr val="FC6B79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53752" tIns="26876" rIns="53752" bIns="26876" numCol="1" spcCol="0" rtlCol="0" fromWordArt="0" anchor="ctr" anchorCtr="0" forceAA="0" compatLnSpc="1">
                    <a:noAutofit/>
                  </a:bodyPr>
                  <a:lstStyle/>
                  <a:p>
                    <a:pPr algn="ctr"/>
                    <a:endParaRPr lang="zh-CN" altLang="en-US" sz="1060"/>
                  </a:p>
                </p:txBody>
              </p:sp>
              <p:sp>
                <p:nvSpPr>
                  <p:cNvPr id="33" name="矩形: 圆角 1701">
                    <a:extLst>
                      <a:ext uri="{FF2B5EF4-FFF2-40B4-BE49-F238E27FC236}">
                        <a16:creationId xmlns:a16="http://schemas.microsoft.com/office/drawing/2014/main" id="{08FC2D12-FE90-4649-95DF-BAC6DE3FC5E1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8472356" y="8181625"/>
                    <a:ext cx="172800" cy="172800"/>
                  </a:xfrm>
                  <a:prstGeom prst="roundRect">
                    <a:avLst/>
                  </a:prstGeom>
                  <a:solidFill>
                    <a:srgbClr val="66C1FF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53752" tIns="26876" rIns="53752" bIns="26876" numCol="1" spcCol="0" rtlCol="0" fromWordArt="0" anchor="ctr" anchorCtr="0" forceAA="0" compatLnSpc="1">
                    <a:noAutofit/>
                  </a:bodyPr>
                  <a:lstStyle/>
                  <a:p>
                    <a:pPr algn="ctr"/>
                    <a:endParaRPr lang="zh-CN" altLang="en-US" sz="1060"/>
                  </a:p>
                </p:txBody>
              </p:sp>
              <p:sp>
                <p:nvSpPr>
                  <p:cNvPr id="40" name="矩形: 圆角 1702">
                    <a:extLst>
                      <a:ext uri="{FF2B5EF4-FFF2-40B4-BE49-F238E27FC236}">
                        <a16:creationId xmlns:a16="http://schemas.microsoft.com/office/drawing/2014/main" id="{E22BF327-DF52-8DC3-FC13-6C42AE82A48D}"/>
                      </a:ext>
                    </a:extLst>
                  </p:cNvPr>
                  <p:cNvSpPr/>
                  <p:nvPr/>
                </p:nvSpPr>
                <p:spPr>
                  <a:xfrm>
                    <a:off x="8471607" y="8573673"/>
                    <a:ext cx="173436" cy="173436"/>
                  </a:xfrm>
                  <a:prstGeom prst="roundRect">
                    <a:avLst/>
                  </a:prstGeom>
                  <a:solidFill>
                    <a:srgbClr val="66C1FF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53752" tIns="26876" rIns="53752" bIns="26876" numCol="1" spcCol="0" rtlCol="0" fromWordArt="0" anchor="ctr" anchorCtr="0" forceAA="0" compatLnSpc="1">
                    <a:noAutofit/>
                  </a:bodyPr>
                  <a:lstStyle/>
                  <a:p>
                    <a:pPr algn="ctr"/>
                    <a:endParaRPr lang="zh-CN" altLang="en-US" sz="1060"/>
                  </a:p>
                </p:txBody>
              </p:sp>
              <p:sp>
                <p:nvSpPr>
                  <p:cNvPr id="41" name="椭圆 40">
                    <a:extLst>
                      <a:ext uri="{FF2B5EF4-FFF2-40B4-BE49-F238E27FC236}">
                        <a16:creationId xmlns:a16="http://schemas.microsoft.com/office/drawing/2014/main" id="{4A309CF8-D961-5817-5A8E-53C5BE569775}"/>
                      </a:ext>
                    </a:extLst>
                  </p:cNvPr>
                  <p:cNvSpPr/>
                  <p:nvPr/>
                </p:nvSpPr>
                <p:spPr>
                  <a:xfrm flipH="1">
                    <a:off x="7454636" y="8085594"/>
                    <a:ext cx="172800" cy="172355"/>
                  </a:xfrm>
                  <a:prstGeom prst="ellipse">
                    <a:avLst/>
                  </a:prstGeom>
                  <a:solidFill>
                    <a:srgbClr val="FFE08A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53752" tIns="26876" rIns="53752" bIns="26876" numCol="1" spcCol="0" rtlCol="0" fromWordArt="0" anchor="ctr" anchorCtr="0" forceAA="0" compatLnSpc="1">
                    <a:noAutofit/>
                  </a:bodyPr>
                  <a:lstStyle/>
                  <a:p>
                    <a:pPr algn="ctr"/>
                    <a:endParaRPr lang="zh-CN" altLang="en-US" sz="1060"/>
                  </a:p>
                </p:txBody>
              </p:sp>
              <p:sp>
                <p:nvSpPr>
                  <p:cNvPr id="43" name="椭圆 42">
                    <a:extLst>
                      <a:ext uri="{FF2B5EF4-FFF2-40B4-BE49-F238E27FC236}">
                        <a16:creationId xmlns:a16="http://schemas.microsoft.com/office/drawing/2014/main" id="{2F977C83-8460-A47C-AE9F-3670EECCA4F5}"/>
                      </a:ext>
                    </a:extLst>
                  </p:cNvPr>
                  <p:cNvSpPr/>
                  <p:nvPr/>
                </p:nvSpPr>
                <p:spPr>
                  <a:xfrm flipH="1">
                    <a:off x="7453737" y="8386374"/>
                    <a:ext cx="172800" cy="172355"/>
                  </a:xfrm>
                  <a:prstGeom prst="ellipse">
                    <a:avLst/>
                  </a:prstGeom>
                  <a:solidFill>
                    <a:srgbClr val="FFE08A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53752" tIns="26876" rIns="53752" bIns="26876" numCol="1" spcCol="0" rtlCol="0" fromWordArt="0" anchor="ctr" anchorCtr="0" forceAA="0" compatLnSpc="1">
                    <a:noAutofit/>
                  </a:bodyPr>
                  <a:lstStyle/>
                  <a:p>
                    <a:pPr algn="ctr"/>
                    <a:endParaRPr lang="zh-CN" altLang="en-US" sz="1060"/>
                  </a:p>
                </p:txBody>
              </p:sp>
              <p:sp>
                <p:nvSpPr>
                  <p:cNvPr id="44" name="椭圆 43">
                    <a:extLst>
                      <a:ext uri="{FF2B5EF4-FFF2-40B4-BE49-F238E27FC236}">
                        <a16:creationId xmlns:a16="http://schemas.microsoft.com/office/drawing/2014/main" id="{1DCFD8D3-1D65-D8A6-1262-8CC708430738}"/>
                      </a:ext>
                    </a:extLst>
                  </p:cNvPr>
                  <p:cNvSpPr/>
                  <p:nvPr/>
                </p:nvSpPr>
                <p:spPr>
                  <a:xfrm flipH="1">
                    <a:off x="7454570" y="8687240"/>
                    <a:ext cx="172800" cy="172355"/>
                  </a:xfrm>
                  <a:prstGeom prst="ellipse">
                    <a:avLst/>
                  </a:prstGeom>
                  <a:solidFill>
                    <a:srgbClr val="FFE08A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53752" tIns="26876" rIns="53752" bIns="26876" numCol="1" spcCol="0" rtlCol="0" fromWordArt="0" anchor="ctr" anchorCtr="0" forceAA="0" compatLnSpc="1">
                    <a:noAutofit/>
                  </a:bodyPr>
                  <a:lstStyle/>
                  <a:p>
                    <a:pPr algn="ctr"/>
                    <a:endParaRPr lang="zh-CN" altLang="en-US" sz="1060"/>
                  </a:p>
                </p:txBody>
              </p:sp>
              <p:cxnSp>
                <p:nvCxnSpPr>
                  <p:cNvPr id="47" name="直接连接符 46">
                    <a:extLst>
                      <a:ext uri="{FF2B5EF4-FFF2-40B4-BE49-F238E27FC236}">
                        <a16:creationId xmlns:a16="http://schemas.microsoft.com/office/drawing/2014/main" id="{1E2459B6-A052-A09B-CD8E-37ED7A749392}"/>
                      </a:ext>
                    </a:extLst>
                  </p:cNvPr>
                  <p:cNvCxnSpPr>
                    <a:stCxn id="27" idx="2"/>
                    <a:endCxn id="41" idx="2"/>
                  </p:cNvCxnSpPr>
                  <p:nvPr/>
                </p:nvCxnSpPr>
                <p:spPr>
                  <a:xfrm flipH="1">
                    <a:off x="7627453" y="8053674"/>
                    <a:ext cx="265240" cy="118347"/>
                  </a:xfrm>
                  <a:prstGeom prst="line">
                    <a:avLst/>
                  </a:prstGeom>
                  <a:ln w="12700">
                    <a:solidFill>
                      <a:schemeClr val="bg1">
                        <a:lumMod val="50000"/>
                      </a:schemeClr>
                    </a:solidFill>
                  </a:ln>
                  <a:effectLst>
                    <a:softEdge rad="0"/>
                  </a:effectLst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8" name="直接连接符 47">
                    <a:extLst>
                      <a:ext uri="{FF2B5EF4-FFF2-40B4-BE49-F238E27FC236}">
                        <a16:creationId xmlns:a16="http://schemas.microsoft.com/office/drawing/2014/main" id="{43CABAA9-1128-DD45-BDD0-40537C90F05E}"/>
                      </a:ext>
                    </a:extLst>
                  </p:cNvPr>
                  <p:cNvCxnSpPr>
                    <a:stCxn id="41" idx="2"/>
                    <a:endCxn id="30" idx="2"/>
                  </p:cNvCxnSpPr>
                  <p:nvPr/>
                </p:nvCxnSpPr>
                <p:spPr>
                  <a:xfrm>
                    <a:off x="7627436" y="8172052"/>
                    <a:ext cx="266181" cy="155365"/>
                  </a:xfrm>
                  <a:prstGeom prst="line">
                    <a:avLst/>
                  </a:prstGeom>
                  <a:ln w="12700">
                    <a:solidFill>
                      <a:schemeClr val="bg1">
                        <a:lumMod val="50000"/>
                      </a:schemeClr>
                    </a:solidFill>
                  </a:ln>
                  <a:effectLst>
                    <a:softEdge rad="0"/>
                  </a:effectLst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9" name="直接连接符 48">
                    <a:extLst>
                      <a:ext uri="{FF2B5EF4-FFF2-40B4-BE49-F238E27FC236}">
                        <a16:creationId xmlns:a16="http://schemas.microsoft.com/office/drawing/2014/main" id="{4E1AE0BF-6222-2155-85FC-6B2A15C731E3}"/>
                      </a:ext>
                    </a:extLst>
                  </p:cNvPr>
                  <p:cNvCxnSpPr>
                    <a:stCxn id="43" idx="2"/>
                    <a:endCxn id="30" idx="2"/>
                  </p:cNvCxnSpPr>
                  <p:nvPr/>
                </p:nvCxnSpPr>
                <p:spPr>
                  <a:xfrm flipV="1">
                    <a:off x="7626537" y="8327252"/>
                    <a:ext cx="267123" cy="145549"/>
                  </a:xfrm>
                  <a:prstGeom prst="line">
                    <a:avLst/>
                  </a:prstGeom>
                  <a:ln w="12700">
                    <a:solidFill>
                      <a:schemeClr val="bg1">
                        <a:lumMod val="50000"/>
                      </a:schemeClr>
                    </a:solidFill>
                  </a:ln>
                  <a:effectLst>
                    <a:softEdge rad="0"/>
                  </a:effectLst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0" name="直接连接符 49">
                    <a:extLst>
                      <a:ext uri="{FF2B5EF4-FFF2-40B4-BE49-F238E27FC236}">
                        <a16:creationId xmlns:a16="http://schemas.microsoft.com/office/drawing/2014/main" id="{97817C9D-D64B-D5DE-D7B0-234A18C4E03B}"/>
                      </a:ext>
                    </a:extLst>
                  </p:cNvPr>
                  <p:cNvCxnSpPr>
                    <a:stCxn id="44" idx="2"/>
                    <a:endCxn id="30" idx="2"/>
                  </p:cNvCxnSpPr>
                  <p:nvPr/>
                </p:nvCxnSpPr>
                <p:spPr>
                  <a:xfrm flipV="1">
                    <a:off x="7627370" y="8327203"/>
                    <a:ext cx="266181" cy="446183"/>
                  </a:xfrm>
                  <a:prstGeom prst="line">
                    <a:avLst/>
                  </a:prstGeom>
                  <a:ln w="12700">
                    <a:solidFill>
                      <a:schemeClr val="bg1">
                        <a:lumMod val="50000"/>
                      </a:schemeClr>
                    </a:solidFill>
                  </a:ln>
                  <a:effectLst>
                    <a:softEdge rad="0"/>
                  </a:effectLst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2" name="直接连接符 51">
                    <a:extLst>
                      <a:ext uri="{FF2B5EF4-FFF2-40B4-BE49-F238E27FC236}">
                        <a16:creationId xmlns:a16="http://schemas.microsoft.com/office/drawing/2014/main" id="{6CED37B8-C455-EA7C-D195-5A5BACF7DF01}"/>
                      </a:ext>
                    </a:extLst>
                  </p:cNvPr>
                  <p:cNvCxnSpPr>
                    <a:stCxn id="44" idx="2"/>
                    <a:endCxn id="31" idx="2"/>
                  </p:cNvCxnSpPr>
                  <p:nvPr/>
                </p:nvCxnSpPr>
                <p:spPr>
                  <a:xfrm flipV="1">
                    <a:off x="7627370" y="8601194"/>
                    <a:ext cx="266181" cy="172191"/>
                  </a:xfrm>
                  <a:prstGeom prst="line">
                    <a:avLst/>
                  </a:prstGeom>
                  <a:ln w="12700">
                    <a:solidFill>
                      <a:schemeClr val="bg1">
                        <a:lumMod val="50000"/>
                      </a:schemeClr>
                    </a:solidFill>
                  </a:ln>
                  <a:effectLst>
                    <a:softEdge rad="0"/>
                  </a:effectLst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3" name="直接连接符 52">
                    <a:extLst>
                      <a:ext uri="{FF2B5EF4-FFF2-40B4-BE49-F238E27FC236}">
                        <a16:creationId xmlns:a16="http://schemas.microsoft.com/office/drawing/2014/main" id="{8AF1373F-2978-59ED-D099-D24CCB6D63EC}"/>
                      </a:ext>
                    </a:extLst>
                  </p:cNvPr>
                  <p:cNvCxnSpPr>
                    <a:stCxn id="44" idx="2"/>
                    <a:endCxn id="32" idx="2"/>
                  </p:cNvCxnSpPr>
                  <p:nvPr/>
                </p:nvCxnSpPr>
                <p:spPr>
                  <a:xfrm>
                    <a:off x="7627370" y="8773388"/>
                    <a:ext cx="281008" cy="101520"/>
                  </a:xfrm>
                  <a:prstGeom prst="line">
                    <a:avLst/>
                  </a:prstGeom>
                  <a:ln w="12700">
                    <a:solidFill>
                      <a:schemeClr val="bg1">
                        <a:lumMod val="50000"/>
                      </a:schemeClr>
                    </a:solidFill>
                  </a:ln>
                  <a:effectLst>
                    <a:softEdge rad="0"/>
                  </a:effectLst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5" name="直接连接符 54">
                    <a:extLst>
                      <a:ext uri="{FF2B5EF4-FFF2-40B4-BE49-F238E27FC236}">
                        <a16:creationId xmlns:a16="http://schemas.microsoft.com/office/drawing/2014/main" id="{037A87C6-039F-1706-60B7-73D3C753A02B}"/>
                      </a:ext>
                    </a:extLst>
                  </p:cNvPr>
                  <p:cNvCxnSpPr>
                    <a:stCxn id="31" idx="2"/>
                    <a:endCxn id="41" idx="2"/>
                  </p:cNvCxnSpPr>
                  <p:nvPr/>
                </p:nvCxnSpPr>
                <p:spPr>
                  <a:xfrm flipH="1" flipV="1">
                    <a:off x="7627382" y="8171901"/>
                    <a:ext cx="266181" cy="429357"/>
                  </a:xfrm>
                  <a:prstGeom prst="line">
                    <a:avLst/>
                  </a:prstGeom>
                  <a:ln w="12700">
                    <a:solidFill>
                      <a:schemeClr val="bg1">
                        <a:lumMod val="50000"/>
                      </a:schemeClr>
                    </a:solidFill>
                  </a:ln>
                  <a:effectLst>
                    <a:softEdge rad="0"/>
                  </a:effectLst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6" name="直接连接符 55">
                    <a:extLst>
                      <a:ext uri="{FF2B5EF4-FFF2-40B4-BE49-F238E27FC236}">
                        <a16:creationId xmlns:a16="http://schemas.microsoft.com/office/drawing/2014/main" id="{6E719198-94C3-1A65-B6F7-BE3CF66831EF}"/>
                      </a:ext>
                    </a:extLst>
                  </p:cNvPr>
                  <p:cNvCxnSpPr>
                    <a:stCxn id="31" idx="2"/>
                    <a:endCxn id="43" idx="2"/>
                  </p:cNvCxnSpPr>
                  <p:nvPr/>
                </p:nvCxnSpPr>
                <p:spPr>
                  <a:xfrm flipH="1" flipV="1">
                    <a:off x="7626440" y="8472813"/>
                    <a:ext cx="267123" cy="128443"/>
                  </a:xfrm>
                  <a:prstGeom prst="line">
                    <a:avLst/>
                  </a:prstGeom>
                  <a:ln w="12700">
                    <a:solidFill>
                      <a:schemeClr val="bg1">
                        <a:lumMod val="50000"/>
                      </a:schemeClr>
                    </a:solidFill>
                  </a:ln>
                  <a:effectLst>
                    <a:softEdge rad="0"/>
                  </a:effectLst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7" name="直接连接符 56">
                    <a:extLst>
                      <a:ext uri="{FF2B5EF4-FFF2-40B4-BE49-F238E27FC236}">
                        <a16:creationId xmlns:a16="http://schemas.microsoft.com/office/drawing/2014/main" id="{6A323934-DF31-A25C-F1AC-59EECD7F7C61}"/>
                      </a:ext>
                    </a:extLst>
                  </p:cNvPr>
                  <p:cNvCxnSpPr>
                    <a:stCxn id="32" idx="2"/>
                    <a:endCxn id="41" idx="2"/>
                  </p:cNvCxnSpPr>
                  <p:nvPr/>
                </p:nvCxnSpPr>
                <p:spPr>
                  <a:xfrm flipH="1" flipV="1">
                    <a:off x="7627350" y="8171826"/>
                    <a:ext cx="281008" cy="703068"/>
                  </a:xfrm>
                  <a:prstGeom prst="line">
                    <a:avLst/>
                  </a:prstGeom>
                  <a:ln w="12700">
                    <a:solidFill>
                      <a:schemeClr val="bg1">
                        <a:lumMod val="50000"/>
                      </a:schemeClr>
                    </a:solidFill>
                  </a:ln>
                  <a:effectLst>
                    <a:softEdge rad="0"/>
                  </a:effectLst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8" name="直接连接符 57">
                    <a:extLst>
                      <a:ext uri="{FF2B5EF4-FFF2-40B4-BE49-F238E27FC236}">
                        <a16:creationId xmlns:a16="http://schemas.microsoft.com/office/drawing/2014/main" id="{56670D38-6F65-D675-01F9-8BF5846DB657}"/>
                      </a:ext>
                    </a:extLst>
                  </p:cNvPr>
                  <p:cNvCxnSpPr>
                    <a:stCxn id="43" idx="2"/>
                    <a:endCxn id="27" idx="2"/>
                  </p:cNvCxnSpPr>
                  <p:nvPr/>
                </p:nvCxnSpPr>
                <p:spPr>
                  <a:xfrm flipV="1">
                    <a:off x="7626537" y="8053541"/>
                    <a:ext cx="266181" cy="419261"/>
                  </a:xfrm>
                  <a:prstGeom prst="line">
                    <a:avLst/>
                  </a:prstGeom>
                  <a:ln w="12700">
                    <a:solidFill>
                      <a:schemeClr val="bg1">
                        <a:lumMod val="50000"/>
                      </a:schemeClr>
                    </a:solidFill>
                  </a:ln>
                  <a:effectLst>
                    <a:softEdge rad="0"/>
                  </a:effectLst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1" name="直接连接符 60">
                    <a:extLst>
                      <a:ext uri="{FF2B5EF4-FFF2-40B4-BE49-F238E27FC236}">
                        <a16:creationId xmlns:a16="http://schemas.microsoft.com/office/drawing/2014/main" id="{A33B9B01-0C62-FACE-B260-F1F2A920DAF3}"/>
                      </a:ext>
                    </a:extLst>
                  </p:cNvPr>
                  <p:cNvCxnSpPr>
                    <a:stCxn id="44" idx="2"/>
                    <a:endCxn id="27" idx="2"/>
                  </p:cNvCxnSpPr>
                  <p:nvPr/>
                </p:nvCxnSpPr>
                <p:spPr>
                  <a:xfrm flipV="1">
                    <a:off x="7627370" y="8053492"/>
                    <a:ext cx="265240" cy="719895"/>
                  </a:xfrm>
                  <a:prstGeom prst="line">
                    <a:avLst/>
                  </a:prstGeom>
                  <a:ln w="12700">
                    <a:solidFill>
                      <a:schemeClr val="bg1">
                        <a:lumMod val="50000"/>
                      </a:schemeClr>
                    </a:solidFill>
                  </a:ln>
                  <a:effectLst>
                    <a:softEdge rad="0"/>
                  </a:effectLst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7" name="直接连接符 66">
                    <a:extLst>
                      <a:ext uri="{FF2B5EF4-FFF2-40B4-BE49-F238E27FC236}">
                        <a16:creationId xmlns:a16="http://schemas.microsoft.com/office/drawing/2014/main" id="{9B119228-CC47-E868-FA5E-2D7A20EA6B02}"/>
                      </a:ext>
                    </a:extLst>
                  </p:cNvPr>
                  <p:cNvCxnSpPr>
                    <a:stCxn id="32" idx="2"/>
                    <a:endCxn id="43" idx="2"/>
                  </p:cNvCxnSpPr>
                  <p:nvPr/>
                </p:nvCxnSpPr>
                <p:spPr>
                  <a:xfrm flipH="1" flipV="1">
                    <a:off x="7626408" y="8472741"/>
                    <a:ext cx="281950" cy="402154"/>
                  </a:xfrm>
                  <a:prstGeom prst="line">
                    <a:avLst/>
                  </a:prstGeom>
                  <a:ln w="12700">
                    <a:solidFill>
                      <a:schemeClr val="bg1">
                        <a:lumMod val="50000"/>
                      </a:schemeClr>
                    </a:solidFill>
                  </a:ln>
                  <a:effectLst>
                    <a:softEdge rad="0"/>
                  </a:effectLst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11" name="直接连接符 10">
                  <a:extLst>
                    <a:ext uri="{FF2B5EF4-FFF2-40B4-BE49-F238E27FC236}">
                      <a16:creationId xmlns:a16="http://schemas.microsoft.com/office/drawing/2014/main" id="{CB83132A-78BA-FE25-F44B-AC93F5BA0064}"/>
                    </a:ext>
                  </a:extLst>
                </p:cNvPr>
                <p:cNvCxnSpPr>
                  <a:stCxn id="27" idx="6"/>
                  <a:endCxn id="33" idx="1"/>
                </p:cNvCxnSpPr>
                <p:nvPr/>
              </p:nvCxnSpPr>
              <p:spPr>
                <a:xfrm>
                  <a:off x="6155" y="3704"/>
                  <a:ext cx="1473" cy="858"/>
                </a:xfrm>
                <a:prstGeom prst="line">
                  <a:avLst/>
                </a:prstGeom>
                <a:ln>
                  <a:solidFill>
                    <a:srgbClr val="7F7F7F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4" name="直接连接符 13">
                  <a:extLst>
                    <a:ext uri="{FF2B5EF4-FFF2-40B4-BE49-F238E27FC236}">
                      <a16:creationId xmlns:a16="http://schemas.microsoft.com/office/drawing/2014/main" id="{AA0FF6EB-8206-8CBA-C84A-2D47BF01A405}"/>
                    </a:ext>
                  </a:extLst>
                </p:cNvPr>
                <p:cNvCxnSpPr>
                  <a:stCxn id="27" idx="6"/>
                  <a:endCxn id="40" idx="1"/>
                </p:cNvCxnSpPr>
                <p:nvPr/>
              </p:nvCxnSpPr>
              <p:spPr>
                <a:xfrm>
                  <a:off x="6155" y="3704"/>
                  <a:ext cx="1470" cy="2427"/>
                </a:xfrm>
                <a:prstGeom prst="line">
                  <a:avLst/>
                </a:prstGeom>
                <a:ln>
                  <a:solidFill>
                    <a:srgbClr val="7F7F7F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5" name="直接连接符 14">
                  <a:extLst>
                    <a:ext uri="{FF2B5EF4-FFF2-40B4-BE49-F238E27FC236}">
                      <a16:creationId xmlns:a16="http://schemas.microsoft.com/office/drawing/2014/main" id="{8520DE09-60E8-29FA-CD8B-B384C902E135}"/>
                    </a:ext>
                  </a:extLst>
                </p:cNvPr>
                <p:cNvCxnSpPr>
                  <a:stCxn id="30" idx="6"/>
                  <a:endCxn id="33" idx="1"/>
                </p:cNvCxnSpPr>
                <p:nvPr/>
              </p:nvCxnSpPr>
              <p:spPr>
                <a:xfrm flipV="1">
                  <a:off x="6159" y="4562"/>
                  <a:ext cx="1469" cy="237"/>
                </a:xfrm>
                <a:prstGeom prst="line">
                  <a:avLst/>
                </a:prstGeom>
                <a:ln>
                  <a:solidFill>
                    <a:srgbClr val="7F7F7F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6" name="直接连接符 15">
                  <a:extLst>
                    <a:ext uri="{FF2B5EF4-FFF2-40B4-BE49-F238E27FC236}">
                      <a16:creationId xmlns:a16="http://schemas.microsoft.com/office/drawing/2014/main" id="{D9FFD29F-5DFE-C749-C034-EC590B765553}"/>
                    </a:ext>
                  </a:extLst>
                </p:cNvPr>
                <p:cNvCxnSpPr>
                  <a:stCxn id="30" idx="6"/>
                  <a:endCxn id="40" idx="1"/>
                </p:cNvCxnSpPr>
                <p:nvPr/>
              </p:nvCxnSpPr>
              <p:spPr>
                <a:xfrm>
                  <a:off x="6159" y="4799"/>
                  <a:ext cx="1466" cy="1332"/>
                </a:xfrm>
                <a:prstGeom prst="line">
                  <a:avLst/>
                </a:prstGeom>
                <a:ln>
                  <a:solidFill>
                    <a:srgbClr val="7F7F7F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7" name="直接连接符 16">
                  <a:extLst>
                    <a:ext uri="{FF2B5EF4-FFF2-40B4-BE49-F238E27FC236}">
                      <a16:creationId xmlns:a16="http://schemas.microsoft.com/office/drawing/2014/main" id="{26FD8B4F-9A63-A4AB-4CC1-80282EE34547}"/>
                    </a:ext>
                  </a:extLst>
                </p:cNvPr>
                <p:cNvCxnSpPr>
                  <a:stCxn id="31" idx="6"/>
                  <a:endCxn id="33" idx="1"/>
                </p:cNvCxnSpPr>
                <p:nvPr/>
              </p:nvCxnSpPr>
              <p:spPr>
                <a:xfrm flipV="1">
                  <a:off x="6159" y="4562"/>
                  <a:ext cx="1469" cy="1332"/>
                </a:xfrm>
                <a:prstGeom prst="line">
                  <a:avLst/>
                </a:prstGeom>
                <a:ln>
                  <a:solidFill>
                    <a:srgbClr val="7F7F7F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8" name="直接连接符 17">
                  <a:extLst>
                    <a:ext uri="{FF2B5EF4-FFF2-40B4-BE49-F238E27FC236}">
                      <a16:creationId xmlns:a16="http://schemas.microsoft.com/office/drawing/2014/main" id="{38984036-B7BC-66E7-0E34-5D77345AA6D4}"/>
                    </a:ext>
                  </a:extLst>
                </p:cNvPr>
                <p:cNvCxnSpPr>
                  <a:stCxn id="31" idx="6"/>
                  <a:endCxn id="40" idx="1"/>
                </p:cNvCxnSpPr>
                <p:nvPr/>
              </p:nvCxnSpPr>
              <p:spPr>
                <a:xfrm>
                  <a:off x="6159" y="5894"/>
                  <a:ext cx="1466" cy="237"/>
                </a:xfrm>
                <a:prstGeom prst="line">
                  <a:avLst/>
                </a:prstGeom>
                <a:ln>
                  <a:solidFill>
                    <a:srgbClr val="7F7F7F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9" name="直接连接符 18">
                  <a:extLst>
                    <a:ext uri="{FF2B5EF4-FFF2-40B4-BE49-F238E27FC236}">
                      <a16:creationId xmlns:a16="http://schemas.microsoft.com/office/drawing/2014/main" id="{A90360A2-D314-247D-76CF-AA051DF7E753}"/>
                    </a:ext>
                  </a:extLst>
                </p:cNvPr>
                <p:cNvCxnSpPr>
                  <a:stCxn id="32" idx="6"/>
                  <a:endCxn id="33" idx="1"/>
                </p:cNvCxnSpPr>
                <p:nvPr/>
              </p:nvCxnSpPr>
              <p:spPr>
                <a:xfrm flipV="1">
                  <a:off x="6212" y="4563"/>
                  <a:ext cx="1416" cy="2427"/>
                </a:xfrm>
                <a:prstGeom prst="line">
                  <a:avLst/>
                </a:prstGeom>
                <a:ln>
                  <a:solidFill>
                    <a:srgbClr val="7F7F7F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20" name="直接连接符 19">
                  <a:extLst>
                    <a:ext uri="{FF2B5EF4-FFF2-40B4-BE49-F238E27FC236}">
                      <a16:creationId xmlns:a16="http://schemas.microsoft.com/office/drawing/2014/main" id="{826ECE5B-D1D5-6C85-3CCF-61F8D18883CF}"/>
                    </a:ext>
                  </a:extLst>
                </p:cNvPr>
                <p:cNvCxnSpPr>
                  <a:stCxn id="32" idx="6"/>
                  <a:endCxn id="40" idx="1"/>
                </p:cNvCxnSpPr>
                <p:nvPr/>
              </p:nvCxnSpPr>
              <p:spPr>
                <a:xfrm flipV="1">
                  <a:off x="6212" y="6132"/>
                  <a:ext cx="1414" cy="858"/>
                </a:xfrm>
                <a:prstGeom prst="line">
                  <a:avLst/>
                </a:prstGeom>
                <a:ln>
                  <a:solidFill>
                    <a:srgbClr val="7F7F7F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31F53FF9-0A2D-6423-C192-166280589C02}"/>
                  </a:ext>
                </a:extLst>
              </p:cNvPr>
              <p:cNvSpPr txBox="1"/>
              <p:nvPr/>
            </p:nvSpPr>
            <p:spPr>
              <a:xfrm>
                <a:off x="10616" y="4552"/>
                <a:ext cx="948" cy="523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/>
                <a:endParaRPr lang="zh-CN" altLang="en-US" sz="1000" dirty="0"/>
              </a:p>
            </p:txBody>
          </p:sp>
        </p:grpSp>
        <p:grpSp>
          <p:nvGrpSpPr>
            <p:cNvPr id="68" name="组合 67">
              <a:extLst>
                <a:ext uri="{FF2B5EF4-FFF2-40B4-BE49-F238E27FC236}">
                  <a16:creationId xmlns:a16="http://schemas.microsoft.com/office/drawing/2014/main" id="{4D27EB9B-ADEE-FF52-C7C8-2FAE6D747201}"/>
                </a:ext>
              </a:extLst>
            </p:cNvPr>
            <p:cNvGrpSpPr/>
            <p:nvPr/>
          </p:nvGrpSpPr>
          <p:grpSpPr>
            <a:xfrm>
              <a:off x="6502478" y="1354296"/>
              <a:ext cx="1410957" cy="977755"/>
              <a:chOff x="9591" y="4293"/>
              <a:chExt cx="1973" cy="1290"/>
            </a:xfrm>
          </p:grpSpPr>
          <p:sp>
            <p:nvSpPr>
              <p:cNvPr id="69" name="矩形: 圆角 68">
                <a:extLst>
                  <a:ext uri="{FF2B5EF4-FFF2-40B4-BE49-F238E27FC236}">
                    <a16:creationId xmlns:a16="http://schemas.microsoft.com/office/drawing/2014/main" id="{20F12B15-6050-2F16-7447-BE70CD5A270A}"/>
                  </a:ext>
                </a:extLst>
              </p:cNvPr>
              <p:cNvSpPr/>
              <p:nvPr/>
            </p:nvSpPr>
            <p:spPr>
              <a:xfrm>
                <a:off x="9591" y="4472"/>
                <a:ext cx="1774" cy="1111"/>
              </a:xfrm>
              <a:prstGeom prst="roundRect">
                <a:avLst>
                  <a:gd name="adj" fmla="val 5391"/>
                </a:avLst>
              </a:prstGeom>
              <a:solidFill>
                <a:srgbClr val="C2E6FF"/>
              </a:solidFill>
              <a:ln w="19050">
                <a:solidFill>
                  <a:srgbClr val="3F93CB"/>
                </a:solidFill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70" name="文本框 69">
                <a:extLst>
                  <a:ext uri="{FF2B5EF4-FFF2-40B4-BE49-F238E27FC236}">
                    <a16:creationId xmlns:a16="http://schemas.microsoft.com/office/drawing/2014/main" id="{CEFAAEC0-BF0D-F2A0-8EA5-127FBE1BABD5}"/>
                  </a:ext>
                </a:extLst>
              </p:cNvPr>
              <p:cNvSpPr txBox="1"/>
              <p:nvPr/>
            </p:nvSpPr>
            <p:spPr>
              <a:xfrm>
                <a:off x="9727" y="4293"/>
                <a:ext cx="1508" cy="305"/>
              </a:xfrm>
              <a:prstGeom prst="homePlate">
                <a:avLst/>
              </a:prstGeom>
              <a:solidFill>
                <a:srgbClr val="3F93CB"/>
              </a:solidFill>
              <a:ln>
                <a:noFill/>
              </a:ln>
              <a:effectLst>
                <a:outerShdw blurRad="76200" dir="18900000" sy="23000" kx="-1200000" algn="bl" rotWithShape="0">
                  <a:prstClr val="black">
                    <a:alpha val="2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9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Actor</a:t>
                </a:r>
                <a:r>
                  <a:rPr lang="zh-CN" altLang="en-US" sz="9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网络</a:t>
                </a:r>
                <a:r>
                  <a:rPr lang="en-US" altLang="zh-CN" sz="900" b="1" dirty="0">
                    <a:cs typeface="Arial" panose="020B0604020202020204" pitchFamily="34" charset="0"/>
                  </a:rPr>
                  <a:t>M</a:t>
                </a:r>
                <a:endParaRPr lang="zh-CN" altLang="en-US" sz="9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71" name="组合 70">
                <a:extLst>
                  <a:ext uri="{FF2B5EF4-FFF2-40B4-BE49-F238E27FC236}">
                    <a16:creationId xmlns:a16="http://schemas.microsoft.com/office/drawing/2014/main" id="{160A8700-C1B1-F6C3-8BC7-5F51BFECFE33}"/>
                  </a:ext>
                </a:extLst>
              </p:cNvPr>
              <p:cNvGrpSpPr/>
              <p:nvPr/>
            </p:nvGrpSpPr>
            <p:grpSpPr>
              <a:xfrm>
                <a:off x="9726" y="4748"/>
                <a:ext cx="1431" cy="728"/>
                <a:chOff x="3940" y="3359"/>
                <a:chExt cx="4314" cy="3975"/>
              </a:xfrm>
            </p:grpSpPr>
            <p:grpSp>
              <p:nvGrpSpPr>
                <p:cNvPr id="73" name="组合 72">
                  <a:extLst>
                    <a:ext uri="{FF2B5EF4-FFF2-40B4-BE49-F238E27FC236}">
                      <a16:creationId xmlns:a16="http://schemas.microsoft.com/office/drawing/2014/main" id="{61787957-BC08-4BC7-B3B3-4A613F57DF6D}"/>
                    </a:ext>
                  </a:extLst>
                </p:cNvPr>
                <p:cNvGrpSpPr/>
                <p:nvPr/>
              </p:nvGrpSpPr>
              <p:grpSpPr>
                <a:xfrm>
                  <a:off x="3940" y="3359"/>
                  <a:ext cx="4314" cy="3975"/>
                  <a:chOff x="7453737" y="7967217"/>
                  <a:chExt cx="1191419" cy="993886"/>
                </a:xfrm>
              </p:grpSpPr>
              <p:sp>
                <p:nvSpPr>
                  <p:cNvPr id="82" name="椭圆 81">
                    <a:extLst>
                      <a:ext uri="{FF2B5EF4-FFF2-40B4-BE49-F238E27FC236}">
                        <a16:creationId xmlns:a16="http://schemas.microsoft.com/office/drawing/2014/main" id="{17916F2A-E35B-258D-2E95-B59124CDDB5A}"/>
                      </a:ext>
                    </a:extLst>
                  </p:cNvPr>
                  <p:cNvSpPr/>
                  <p:nvPr/>
                </p:nvSpPr>
                <p:spPr>
                  <a:xfrm>
                    <a:off x="7892606" y="7967217"/>
                    <a:ext cx="172800" cy="172355"/>
                  </a:xfrm>
                  <a:prstGeom prst="ellipse">
                    <a:avLst/>
                  </a:prstGeom>
                  <a:solidFill>
                    <a:srgbClr val="FC6B79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53752" tIns="26876" rIns="53752" bIns="26876" numCol="1" spcCol="0" rtlCol="0" fromWordArt="0" anchor="ctr" anchorCtr="0" forceAA="0" compatLnSpc="1">
                    <a:noAutofit/>
                  </a:bodyPr>
                  <a:lstStyle/>
                  <a:p>
                    <a:pPr algn="ctr"/>
                    <a:endParaRPr lang="zh-CN" altLang="en-US" sz="1060"/>
                  </a:p>
                </p:txBody>
              </p:sp>
              <p:sp>
                <p:nvSpPr>
                  <p:cNvPr id="83" name="椭圆 82">
                    <a:extLst>
                      <a:ext uri="{FF2B5EF4-FFF2-40B4-BE49-F238E27FC236}">
                        <a16:creationId xmlns:a16="http://schemas.microsoft.com/office/drawing/2014/main" id="{6D80A83A-1500-8522-C673-2B2BA75B3FD4}"/>
                      </a:ext>
                    </a:extLst>
                  </p:cNvPr>
                  <p:cNvSpPr/>
                  <p:nvPr/>
                </p:nvSpPr>
                <p:spPr>
                  <a:xfrm>
                    <a:off x="7893701" y="8240915"/>
                    <a:ext cx="172800" cy="172355"/>
                  </a:xfrm>
                  <a:prstGeom prst="ellipse">
                    <a:avLst/>
                  </a:prstGeom>
                  <a:solidFill>
                    <a:srgbClr val="FC6B79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53752" tIns="26876" rIns="53752" bIns="26876" numCol="1" spcCol="0" rtlCol="0" fromWordArt="0" anchor="ctr" anchorCtr="0" forceAA="0" compatLnSpc="1">
                    <a:noAutofit/>
                  </a:bodyPr>
                  <a:lstStyle/>
                  <a:p>
                    <a:pPr algn="ctr"/>
                    <a:endParaRPr lang="zh-CN" altLang="en-US" sz="1060"/>
                  </a:p>
                </p:txBody>
              </p:sp>
              <p:sp>
                <p:nvSpPr>
                  <p:cNvPr id="84" name="椭圆 83">
                    <a:extLst>
                      <a:ext uri="{FF2B5EF4-FFF2-40B4-BE49-F238E27FC236}">
                        <a16:creationId xmlns:a16="http://schemas.microsoft.com/office/drawing/2014/main" id="{6D8B34EC-8E00-E2E2-33C4-02F58F6B2B2D}"/>
                      </a:ext>
                    </a:extLst>
                  </p:cNvPr>
                  <p:cNvSpPr/>
                  <p:nvPr/>
                </p:nvSpPr>
                <p:spPr>
                  <a:xfrm>
                    <a:off x="7893711" y="8514799"/>
                    <a:ext cx="172800" cy="172355"/>
                  </a:xfrm>
                  <a:prstGeom prst="ellipse">
                    <a:avLst/>
                  </a:prstGeom>
                  <a:solidFill>
                    <a:srgbClr val="FC6B79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53752" tIns="26876" rIns="53752" bIns="26876" numCol="1" spcCol="0" rtlCol="0" fromWordArt="0" anchor="ctr" anchorCtr="0" forceAA="0" compatLnSpc="1">
                    <a:noAutofit/>
                  </a:bodyPr>
                  <a:lstStyle/>
                  <a:p>
                    <a:pPr algn="ctr"/>
                    <a:endParaRPr lang="zh-CN" altLang="en-US" sz="1060"/>
                  </a:p>
                </p:txBody>
              </p:sp>
              <p:sp>
                <p:nvSpPr>
                  <p:cNvPr id="85" name="椭圆 84">
                    <a:extLst>
                      <a:ext uri="{FF2B5EF4-FFF2-40B4-BE49-F238E27FC236}">
                        <a16:creationId xmlns:a16="http://schemas.microsoft.com/office/drawing/2014/main" id="{FB5232FE-A2D8-15B0-14E9-5632140B6E45}"/>
                      </a:ext>
                    </a:extLst>
                  </p:cNvPr>
                  <p:cNvSpPr/>
                  <p:nvPr/>
                </p:nvSpPr>
                <p:spPr>
                  <a:xfrm>
                    <a:off x="7908488" y="8788748"/>
                    <a:ext cx="172800" cy="172355"/>
                  </a:xfrm>
                  <a:prstGeom prst="ellipse">
                    <a:avLst/>
                  </a:prstGeom>
                  <a:solidFill>
                    <a:srgbClr val="FC6B79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53752" tIns="26876" rIns="53752" bIns="26876" numCol="1" spcCol="0" rtlCol="0" fromWordArt="0" anchor="ctr" anchorCtr="0" forceAA="0" compatLnSpc="1">
                    <a:noAutofit/>
                  </a:bodyPr>
                  <a:lstStyle/>
                  <a:p>
                    <a:pPr algn="ctr"/>
                    <a:endParaRPr lang="zh-CN" altLang="en-US" sz="1060"/>
                  </a:p>
                </p:txBody>
              </p:sp>
              <p:sp>
                <p:nvSpPr>
                  <p:cNvPr id="86" name="矩形: 圆角 1701">
                    <a:extLst>
                      <a:ext uri="{FF2B5EF4-FFF2-40B4-BE49-F238E27FC236}">
                        <a16:creationId xmlns:a16="http://schemas.microsoft.com/office/drawing/2014/main" id="{DEFA2985-4BFB-5703-FF44-B0E0A7870F2B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8472356" y="8181625"/>
                    <a:ext cx="172800" cy="172800"/>
                  </a:xfrm>
                  <a:prstGeom prst="roundRect">
                    <a:avLst/>
                  </a:prstGeom>
                  <a:solidFill>
                    <a:srgbClr val="66C1FF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53752" tIns="26876" rIns="53752" bIns="26876" numCol="1" spcCol="0" rtlCol="0" fromWordArt="0" anchor="ctr" anchorCtr="0" forceAA="0" compatLnSpc="1">
                    <a:noAutofit/>
                  </a:bodyPr>
                  <a:lstStyle/>
                  <a:p>
                    <a:pPr algn="ctr"/>
                    <a:endParaRPr lang="zh-CN" altLang="en-US" sz="1060"/>
                  </a:p>
                </p:txBody>
              </p:sp>
              <p:sp>
                <p:nvSpPr>
                  <p:cNvPr id="87" name="矩形: 圆角 1702">
                    <a:extLst>
                      <a:ext uri="{FF2B5EF4-FFF2-40B4-BE49-F238E27FC236}">
                        <a16:creationId xmlns:a16="http://schemas.microsoft.com/office/drawing/2014/main" id="{7189972F-6510-E81E-DE03-3FB62C48643D}"/>
                      </a:ext>
                    </a:extLst>
                  </p:cNvPr>
                  <p:cNvSpPr/>
                  <p:nvPr/>
                </p:nvSpPr>
                <p:spPr>
                  <a:xfrm>
                    <a:off x="8471607" y="8573673"/>
                    <a:ext cx="173436" cy="173436"/>
                  </a:xfrm>
                  <a:prstGeom prst="roundRect">
                    <a:avLst/>
                  </a:prstGeom>
                  <a:solidFill>
                    <a:srgbClr val="66C1FF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53752" tIns="26876" rIns="53752" bIns="26876" numCol="1" spcCol="0" rtlCol="0" fromWordArt="0" anchor="ctr" anchorCtr="0" forceAA="0" compatLnSpc="1">
                    <a:noAutofit/>
                  </a:bodyPr>
                  <a:lstStyle/>
                  <a:p>
                    <a:pPr algn="ctr"/>
                    <a:endParaRPr lang="zh-CN" altLang="en-US" sz="1060"/>
                  </a:p>
                </p:txBody>
              </p:sp>
              <p:sp>
                <p:nvSpPr>
                  <p:cNvPr id="88" name="椭圆 87">
                    <a:extLst>
                      <a:ext uri="{FF2B5EF4-FFF2-40B4-BE49-F238E27FC236}">
                        <a16:creationId xmlns:a16="http://schemas.microsoft.com/office/drawing/2014/main" id="{50221EAF-69F8-24D9-24E7-0FE70046DF1B}"/>
                      </a:ext>
                    </a:extLst>
                  </p:cNvPr>
                  <p:cNvSpPr/>
                  <p:nvPr/>
                </p:nvSpPr>
                <p:spPr>
                  <a:xfrm flipH="1">
                    <a:off x="7454636" y="8085594"/>
                    <a:ext cx="172800" cy="172355"/>
                  </a:xfrm>
                  <a:prstGeom prst="ellipse">
                    <a:avLst/>
                  </a:prstGeom>
                  <a:solidFill>
                    <a:srgbClr val="FFE08A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53752" tIns="26876" rIns="53752" bIns="26876" numCol="1" spcCol="0" rtlCol="0" fromWordArt="0" anchor="ctr" anchorCtr="0" forceAA="0" compatLnSpc="1">
                    <a:noAutofit/>
                  </a:bodyPr>
                  <a:lstStyle/>
                  <a:p>
                    <a:pPr algn="ctr"/>
                    <a:endParaRPr lang="zh-CN" altLang="en-US" sz="1060"/>
                  </a:p>
                </p:txBody>
              </p:sp>
              <p:sp>
                <p:nvSpPr>
                  <p:cNvPr id="89" name="椭圆 88">
                    <a:extLst>
                      <a:ext uri="{FF2B5EF4-FFF2-40B4-BE49-F238E27FC236}">
                        <a16:creationId xmlns:a16="http://schemas.microsoft.com/office/drawing/2014/main" id="{29B88867-B09B-9D6B-A696-70D181D1674B}"/>
                      </a:ext>
                    </a:extLst>
                  </p:cNvPr>
                  <p:cNvSpPr/>
                  <p:nvPr/>
                </p:nvSpPr>
                <p:spPr>
                  <a:xfrm flipH="1">
                    <a:off x="7453737" y="8386374"/>
                    <a:ext cx="172800" cy="172355"/>
                  </a:xfrm>
                  <a:prstGeom prst="ellipse">
                    <a:avLst/>
                  </a:prstGeom>
                  <a:solidFill>
                    <a:srgbClr val="FFE08A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53752" tIns="26876" rIns="53752" bIns="26876" numCol="1" spcCol="0" rtlCol="0" fromWordArt="0" anchor="ctr" anchorCtr="0" forceAA="0" compatLnSpc="1">
                    <a:noAutofit/>
                  </a:bodyPr>
                  <a:lstStyle/>
                  <a:p>
                    <a:pPr algn="ctr"/>
                    <a:endParaRPr lang="zh-CN" altLang="en-US" sz="1060"/>
                  </a:p>
                </p:txBody>
              </p:sp>
              <p:sp>
                <p:nvSpPr>
                  <p:cNvPr id="90" name="椭圆 89">
                    <a:extLst>
                      <a:ext uri="{FF2B5EF4-FFF2-40B4-BE49-F238E27FC236}">
                        <a16:creationId xmlns:a16="http://schemas.microsoft.com/office/drawing/2014/main" id="{E7C24F9E-65AA-7DA5-E3B7-AB96DF371035}"/>
                      </a:ext>
                    </a:extLst>
                  </p:cNvPr>
                  <p:cNvSpPr/>
                  <p:nvPr/>
                </p:nvSpPr>
                <p:spPr>
                  <a:xfrm flipH="1">
                    <a:off x="7454570" y="8687240"/>
                    <a:ext cx="172800" cy="172355"/>
                  </a:xfrm>
                  <a:prstGeom prst="ellipse">
                    <a:avLst/>
                  </a:prstGeom>
                  <a:solidFill>
                    <a:srgbClr val="FFE08A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53752" tIns="26876" rIns="53752" bIns="26876" numCol="1" spcCol="0" rtlCol="0" fromWordArt="0" anchor="ctr" anchorCtr="0" forceAA="0" compatLnSpc="1">
                    <a:noAutofit/>
                  </a:bodyPr>
                  <a:lstStyle/>
                  <a:p>
                    <a:pPr algn="ctr"/>
                    <a:endParaRPr lang="zh-CN" altLang="en-US" sz="1060"/>
                  </a:p>
                </p:txBody>
              </p:sp>
              <p:cxnSp>
                <p:nvCxnSpPr>
                  <p:cNvPr id="91" name="直接连接符 90">
                    <a:extLst>
                      <a:ext uri="{FF2B5EF4-FFF2-40B4-BE49-F238E27FC236}">
                        <a16:creationId xmlns:a16="http://schemas.microsoft.com/office/drawing/2014/main" id="{BA55A2CE-26A1-A7C3-6996-11E583CC94AE}"/>
                      </a:ext>
                    </a:extLst>
                  </p:cNvPr>
                  <p:cNvCxnSpPr>
                    <a:stCxn id="82" idx="2"/>
                    <a:endCxn id="88" idx="2"/>
                  </p:cNvCxnSpPr>
                  <p:nvPr/>
                </p:nvCxnSpPr>
                <p:spPr>
                  <a:xfrm flipH="1">
                    <a:off x="7627453" y="8053674"/>
                    <a:ext cx="265240" cy="118347"/>
                  </a:xfrm>
                  <a:prstGeom prst="line">
                    <a:avLst/>
                  </a:prstGeom>
                  <a:ln w="12700">
                    <a:solidFill>
                      <a:schemeClr val="bg1">
                        <a:lumMod val="50000"/>
                      </a:schemeClr>
                    </a:solidFill>
                  </a:ln>
                  <a:effectLst>
                    <a:softEdge rad="0"/>
                  </a:effectLst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2" name="直接连接符 91">
                    <a:extLst>
                      <a:ext uri="{FF2B5EF4-FFF2-40B4-BE49-F238E27FC236}">
                        <a16:creationId xmlns:a16="http://schemas.microsoft.com/office/drawing/2014/main" id="{7626BD1D-24CE-221D-30DF-5360D10CFF0A}"/>
                      </a:ext>
                    </a:extLst>
                  </p:cNvPr>
                  <p:cNvCxnSpPr>
                    <a:stCxn id="88" idx="2"/>
                    <a:endCxn id="83" idx="2"/>
                  </p:cNvCxnSpPr>
                  <p:nvPr/>
                </p:nvCxnSpPr>
                <p:spPr>
                  <a:xfrm>
                    <a:off x="7627436" y="8172052"/>
                    <a:ext cx="266181" cy="155365"/>
                  </a:xfrm>
                  <a:prstGeom prst="line">
                    <a:avLst/>
                  </a:prstGeom>
                  <a:ln w="12700">
                    <a:solidFill>
                      <a:schemeClr val="bg1">
                        <a:lumMod val="50000"/>
                      </a:schemeClr>
                    </a:solidFill>
                  </a:ln>
                  <a:effectLst>
                    <a:softEdge rad="0"/>
                  </a:effectLst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3" name="直接连接符 92">
                    <a:extLst>
                      <a:ext uri="{FF2B5EF4-FFF2-40B4-BE49-F238E27FC236}">
                        <a16:creationId xmlns:a16="http://schemas.microsoft.com/office/drawing/2014/main" id="{614003A4-4AC6-528E-6A3D-09CFE91279EF}"/>
                      </a:ext>
                    </a:extLst>
                  </p:cNvPr>
                  <p:cNvCxnSpPr>
                    <a:stCxn id="89" idx="2"/>
                    <a:endCxn id="83" idx="2"/>
                  </p:cNvCxnSpPr>
                  <p:nvPr/>
                </p:nvCxnSpPr>
                <p:spPr>
                  <a:xfrm flipV="1">
                    <a:off x="7626537" y="8327252"/>
                    <a:ext cx="267123" cy="145549"/>
                  </a:xfrm>
                  <a:prstGeom prst="line">
                    <a:avLst/>
                  </a:prstGeom>
                  <a:ln w="12700">
                    <a:solidFill>
                      <a:schemeClr val="bg1">
                        <a:lumMod val="50000"/>
                      </a:schemeClr>
                    </a:solidFill>
                  </a:ln>
                  <a:effectLst>
                    <a:softEdge rad="0"/>
                  </a:effectLst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4" name="直接连接符 93">
                    <a:extLst>
                      <a:ext uri="{FF2B5EF4-FFF2-40B4-BE49-F238E27FC236}">
                        <a16:creationId xmlns:a16="http://schemas.microsoft.com/office/drawing/2014/main" id="{87C6FE3B-EFF0-E5A5-B94E-1B4A4F42199F}"/>
                      </a:ext>
                    </a:extLst>
                  </p:cNvPr>
                  <p:cNvCxnSpPr>
                    <a:stCxn id="90" idx="2"/>
                    <a:endCxn id="83" idx="2"/>
                  </p:cNvCxnSpPr>
                  <p:nvPr/>
                </p:nvCxnSpPr>
                <p:spPr>
                  <a:xfrm flipV="1">
                    <a:off x="7627370" y="8327203"/>
                    <a:ext cx="266181" cy="446183"/>
                  </a:xfrm>
                  <a:prstGeom prst="line">
                    <a:avLst/>
                  </a:prstGeom>
                  <a:ln w="12700">
                    <a:solidFill>
                      <a:schemeClr val="bg1">
                        <a:lumMod val="50000"/>
                      </a:schemeClr>
                    </a:solidFill>
                  </a:ln>
                  <a:effectLst>
                    <a:softEdge rad="0"/>
                  </a:effectLst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5" name="直接连接符 94">
                    <a:extLst>
                      <a:ext uri="{FF2B5EF4-FFF2-40B4-BE49-F238E27FC236}">
                        <a16:creationId xmlns:a16="http://schemas.microsoft.com/office/drawing/2014/main" id="{E094B0F8-3756-2C20-6AF9-A672A5A09C39}"/>
                      </a:ext>
                    </a:extLst>
                  </p:cNvPr>
                  <p:cNvCxnSpPr>
                    <a:stCxn id="90" idx="2"/>
                    <a:endCxn id="84" idx="2"/>
                  </p:cNvCxnSpPr>
                  <p:nvPr/>
                </p:nvCxnSpPr>
                <p:spPr>
                  <a:xfrm flipV="1">
                    <a:off x="7627370" y="8601194"/>
                    <a:ext cx="266181" cy="172191"/>
                  </a:xfrm>
                  <a:prstGeom prst="line">
                    <a:avLst/>
                  </a:prstGeom>
                  <a:ln w="12700">
                    <a:solidFill>
                      <a:schemeClr val="bg1">
                        <a:lumMod val="50000"/>
                      </a:schemeClr>
                    </a:solidFill>
                  </a:ln>
                  <a:effectLst>
                    <a:softEdge rad="0"/>
                  </a:effectLst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6" name="直接连接符 95">
                    <a:extLst>
                      <a:ext uri="{FF2B5EF4-FFF2-40B4-BE49-F238E27FC236}">
                        <a16:creationId xmlns:a16="http://schemas.microsoft.com/office/drawing/2014/main" id="{61545232-6E64-035F-1F49-FC195B314DC0}"/>
                      </a:ext>
                    </a:extLst>
                  </p:cNvPr>
                  <p:cNvCxnSpPr>
                    <a:stCxn id="90" idx="2"/>
                    <a:endCxn id="85" idx="2"/>
                  </p:cNvCxnSpPr>
                  <p:nvPr/>
                </p:nvCxnSpPr>
                <p:spPr>
                  <a:xfrm>
                    <a:off x="7627370" y="8773388"/>
                    <a:ext cx="281008" cy="101520"/>
                  </a:xfrm>
                  <a:prstGeom prst="line">
                    <a:avLst/>
                  </a:prstGeom>
                  <a:ln w="12700">
                    <a:solidFill>
                      <a:schemeClr val="bg1">
                        <a:lumMod val="50000"/>
                      </a:schemeClr>
                    </a:solidFill>
                  </a:ln>
                  <a:effectLst>
                    <a:softEdge rad="0"/>
                  </a:effectLst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7" name="直接连接符 96">
                    <a:extLst>
                      <a:ext uri="{FF2B5EF4-FFF2-40B4-BE49-F238E27FC236}">
                        <a16:creationId xmlns:a16="http://schemas.microsoft.com/office/drawing/2014/main" id="{FF5DADD5-0C07-B685-B0B5-EB6A971B2A67}"/>
                      </a:ext>
                    </a:extLst>
                  </p:cNvPr>
                  <p:cNvCxnSpPr>
                    <a:stCxn id="84" idx="2"/>
                    <a:endCxn id="88" idx="2"/>
                  </p:cNvCxnSpPr>
                  <p:nvPr/>
                </p:nvCxnSpPr>
                <p:spPr>
                  <a:xfrm flipH="1" flipV="1">
                    <a:off x="7627382" y="8171901"/>
                    <a:ext cx="266181" cy="429357"/>
                  </a:xfrm>
                  <a:prstGeom prst="line">
                    <a:avLst/>
                  </a:prstGeom>
                  <a:ln w="12700">
                    <a:solidFill>
                      <a:schemeClr val="bg1">
                        <a:lumMod val="50000"/>
                      </a:schemeClr>
                    </a:solidFill>
                  </a:ln>
                  <a:effectLst>
                    <a:softEdge rad="0"/>
                  </a:effectLst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8" name="直接连接符 97">
                    <a:extLst>
                      <a:ext uri="{FF2B5EF4-FFF2-40B4-BE49-F238E27FC236}">
                        <a16:creationId xmlns:a16="http://schemas.microsoft.com/office/drawing/2014/main" id="{6D687634-EB34-8D49-204A-0842C02225C0}"/>
                      </a:ext>
                    </a:extLst>
                  </p:cNvPr>
                  <p:cNvCxnSpPr>
                    <a:stCxn id="84" idx="2"/>
                    <a:endCxn id="89" idx="2"/>
                  </p:cNvCxnSpPr>
                  <p:nvPr/>
                </p:nvCxnSpPr>
                <p:spPr>
                  <a:xfrm flipH="1" flipV="1">
                    <a:off x="7626440" y="8472813"/>
                    <a:ext cx="267123" cy="128443"/>
                  </a:xfrm>
                  <a:prstGeom prst="line">
                    <a:avLst/>
                  </a:prstGeom>
                  <a:ln w="12700">
                    <a:solidFill>
                      <a:schemeClr val="bg1">
                        <a:lumMod val="50000"/>
                      </a:schemeClr>
                    </a:solidFill>
                  </a:ln>
                  <a:effectLst>
                    <a:softEdge rad="0"/>
                  </a:effectLst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9" name="直接连接符 98">
                    <a:extLst>
                      <a:ext uri="{FF2B5EF4-FFF2-40B4-BE49-F238E27FC236}">
                        <a16:creationId xmlns:a16="http://schemas.microsoft.com/office/drawing/2014/main" id="{3C1B33D6-6A3A-9C77-A88B-65A227C83D55}"/>
                      </a:ext>
                    </a:extLst>
                  </p:cNvPr>
                  <p:cNvCxnSpPr>
                    <a:stCxn id="85" idx="2"/>
                    <a:endCxn id="88" idx="2"/>
                  </p:cNvCxnSpPr>
                  <p:nvPr/>
                </p:nvCxnSpPr>
                <p:spPr>
                  <a:xfrm flipH="1" flipV="1">
                    <a:off x="7627350" y="8171826"/>
                    <a:ext cx="281008" cy="703068"/>
                  </a:xfrm>
                  <a:prstGeom prst="line">
                    <a:avLst/>
                  </a:prstGeom>
                  <a:ln w="12700">
                    <a:solidFill>
                      <a:schemeClr val="bg1">
                        <a:lumMod val="50000"/>
                      </a:schemeClr>
                    </a:solidFill>
                  </a:ln>
                  <a:effectLst>
                    <a:softEdge rad="0"/>
                  </a:effectLst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0" name="直接连接符 99">
                    <a:extLst>
                      <a:ext uri="{FF2B5EF4-FFF2-40B4-BE49-F238E27FC236}">
                        <a16:creationId xmlns:a16="http://schemas.microsoft.com/office/drawing/2014/main" id="{BBE86624-9F86-2AD3-AC15-CC13BCFDFFD3}"/>
                      </a:ext>
                    </a:extLst>
                  </p:cNvPr>
                  <p:cNvCxnSpPr>
                    <a:stCxn id="89" idx="2"/>
                    <a:endCxn id="82" idx="2"/>
                  </p:cNvCxnSpPr>
                  <p:nvPr/>
                </p:nvCxnSpPr>
                <p:spPr>
                  <a:xfrm flipV="1">
                    <a:off x="7626537" y="8053541"/>
                    <a:ext cx="266181" cy="419261"/>
                  </a:xfrm>
                  <a:prstGeom prst="line">
                    <a:avLst/>
                  </a:prstGeom>
                  <a:ln w="12700">
                    <a:solidFill>
                      <a:schemeClr val="bg1">
                        <a:lumMod val="50000"/>
                      </a:schemeClr>
                    </a:solidFill>
                  </a:ln>
                  <a:effectLst>
                    <a:softEdge rad="0"/>
                  </a:effectLst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1" name="直接连接符 100">
                    <a:extLst>
                      <a:ext uri="{FF2B5EF4-FFF2-40B4-BE49-F238E27FC236}">
                        <a16:creationId xmlns:a16="http://schemas.microsoft.com/office/drawing/2014/main" id="{7CC40745-F281-EA47-B947-8F32796E00A6}"/>
                      </a:ext>
                    </a:extLst>
                  </p:cNvPr>
                  <p:cNvCxnSpPr>
                    <a:stCxn id="90" idx="2"/>
                    <a:endCxn id="82" idx="2"/>
                  </p:cNvCxnSpPr>
                  <p:nvPr/>
                </p:nvCxnSpPr>
                <p:spPr>
                  <a:xfrm flipV="1">
                    <a:off x="7627370" y="8053492"/>
                    <a:ext cx="265240" cy="719895"/>
                  </a:xfrm>
                  <a:prstGeom prst="line">
                    <a:avLst/>
                  </a:prstGeom>
                  <a:ln w="12700">
                    <a:solidFill>
                      <a:schemeClr val="bg1">
                        <a:lumMod val="50000"/>
                      </a:schemeClr>
                    </a:solidFill>
                  </a:ln>
                  <a:effectLst>
                    <a:softEdge rad="0"/>
                  </a:effectLst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2" name="直接连接符 101">
                    <a:extLst>
                      <a:ext uri="{FF2B5EF4-FFF2-40B4-BE49-F238E27FC236}">
                        <a16:creationId xmlns:a16="http://schemas.microsoft.com/office/drawing/2014/main" id="{06603CE7-1C92-E79A-D5C6-225838347767}"/>
                      </a:ext>
                    </a:extLst>
                  </p:cNvPr>
                  <p:cNvCxnSpPr>
                    <a:stCxn id="85" idx="2"/>
                    <a:endCxn id="89" idx="2"/>
                  </p:cNvCxnSpPr>
                  <p:nvPr/>
                </p:nvCxnSpPr>
                <p:spPr>
                  <a:xfrm flipH="1" flipV="1">
                    <a:off x="7626408" y="8472741"/>
                    <a:ext cx="281950" cy="402154"/>
                  </a:xfrm>
                  <a:prstGeom prst="line">
                    <a:avLst/>
                  </a:prstGeom>
                  <a:ln w="12700">
                    <a:solidFill>
                      <a:schemeClr val="bg1">
                        <a:lumMod val="50000"/>
                      </a:schemeClr>
                    </a:solidFill>
                  </a:ln>
                  <a:effectLst>
                    <a:softEdge rad="0"/>
                  </a:effectLst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74" name="直接连接符 73">
                  <a:extLst>
                    <a:ext uri="{FF2B5EF4-FFF2-40B4-BE49-F238E27FC236}">
                      <a16:creationId xmlns:a16="http://schemas.microsoft.com/office/drawing/2014/main" id="{7E1D2833-5930-EE6D-5DF8-0C7C86457CEE}"/>
                    </a:ext>
                  </a:extLst>
                </p:cNvPr>
                <p:cNvCxnSpPr>
                  <a:stCxn id="82" idx="6"/>
                  <a:endCxn id="86" idx="1"/>
                </p:cNvCxnSpPr>
                <p:nvPr/>
              </p:nvCxnSpPr>
              <p:spPr>
                <a:xfrm>
                  <a:off x="6155" y="3704"/>
                  <a:ext cx="1473" cy="858"/>
                </a:xfrm>
                <a:prstGeom prst="line">
                  <a:avLst/>
                </a:prstGeom>
                <a:ln>
                  <a:solidFill>
                    <a:srgbClr val="7F7F7F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75" name="直接连接符 74">
                  <a:extLst>
                    <a:ext uri="{FF2B5EF4-FFF2-40B4-BE49-F238E27FC236}">
                      <a16:creationId xmlns:a16="http://schemas.microsoft.com/office/drawing/2014/main" id="{9B1B5C2A-0C0B-0BAA-F02C-7F38568758B2}"/>
                    </a:ext>
                  </a:extLst>
                </p:cNvPr>
                <p:cNvCxnSpPr>
                  <a:stCxn id="82" idx="6"/>
                  <a:endCxn id="87" idx="1"/>
                </p:cNvCxnSpPr>
                <p:nvPr/>
              </p:nvCxnSpPr>
              <p:spPr>
                <a:xfrm>
                  <a:off x="6155" y="3704"/>
                  <a:ext cx="1470" cy="2427"/>
                </a:xfrm>
                <a:prstGeom prst="line">
                  <a:avLst/>
                </a:prstGeom>
                <a:ln>
                  <a:solidFill>
                    <a:srgbClr val="7F7F7F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76" name="直接连接符 75">
                  <a:extLst>
                    <a:ext uri="{FF2B5EF4-FFF2-40B4-BE49-F238E27FC236}">
                      <a16:creationId xmlns:a16="http://schemas.microsoft.com/office/drawing/2014/main" id="{E9FBBDF8-1CD4-1979-53B4-585D54140701}"/>
                    </a:ext>
                  </a:extLst>
                </p:cNvPr>
                <p:cNvCxnSpPr>
                  <a:stCxn id="83" idx="6"/>
                  <a:endCxn id="86" idx="1"/>
                </p:cNvCxnSpPr>
                <p:nvPr/>
              </p:nvCxnSpPr>
              <p:spPr>
                <a:xfrm flipV="1">
                  <a:off x="6159" y="4562"/>
                  <a:ext cx="1469" cy="237"/>
                </a:xfrm>
                <a:prstGeom prst="line">
                  <a:avLst/>
                </a:prstGeom>
                <a:ln>
                  <a:solidFill>
                    <a:srgbClr val="7F7F7F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77" name="直接连接符 76">
                  <a:extLst>
                    <a:ext uri="{FF2B5EF4-FFF2-40B4-BE49-F238E27FC236}">
                      <a16:creationId xmlns:a16="http://schemas.microsoft.com/office/drawing/2014/main" id="{43906DE5-5EF2-4CE6-6F5C-9C03F661DA4C}"/>
                    </a:ext>
                  </a:extLst>
                </p:cNvPr>
                <p:cNvCxnSpPr>
                  <a:stCxn id="83" idx="6"/>
                  <a:endCxn id="87" idx="1"/>
                </p:cNvCxnSpPr>
                <p:nvPr/>
              </p:nvCxnSpPr>
              <p:spPr>
                <a:xfrm>
                  <a:off x="6159" y="4799"/>
                  <a:ext cx="1466" cy="1332"/>
                </a:xfrm>
                <a:prstGeom prst="line">
                  <a:avLst/>
                </a:prstGeom>
                <a:ln>
                  <a:solidFill>
                    <a:srgbClr val="7F7F7F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78" name="直接连接符 77">
                  <a:extLst>
                    <a:ext uri="{FF2B5EF4-FFF2-40B4-BE49-F238E27FC236}">
                      <a16:creationId xmlns:a16="http://schemas.microsoft.com/office/drawing/2014/main" id="{B8FEBB70-3CC6-26A9-2882-8F7A5850B306}"/>
                    </a:ext>
                  </a:extLst>
                </p:cNvPr>
                <p:cNvCxnSpPr>
                  <a:stCxn id="84" idx="6"/>
                  <a:endCxn id="86" idx="1"/>
                </p:cNvCxnSpPr>
                <p:nvPr/>
              </p:nvCxnSpPr>
              <p:spPr>
                <a:xfrm flipV="1">
                  <a:off x="6159" y="4562"/>
                  <a:ext cx="1469" cy="1332"/>
                </a:xfrm>
                <a:prstGeom prst="line">
                  <a:avLst/>
                </a:prstGeom>
                <a:ln>
                  <a:solidFill>
                    <a:srgbClr val="7F7F7F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79" name="直接连接符 78">
                  <a:extLst>
                    <a:ext uri="{FF2B5EF4-FFF2-40B4-BE49-F238E27FC236}">
                      <a16:creationId xmlns:a16="http://schemas.microsoft.com/office/drawing/2014/main" id="{6B881834-63BE-9EA3-B967-8944B685C29F}"/>
                    </a:ext>
                  </a:extLst>
                </p:cNvPr>
                <p:cNvCxnSpPr>
                  <a:stCxn id="84" idx="6"/>
                  <a:endCxn id="87" idx="1"/>
                </p:cNvCxnSpPr>
                <p:nvPr/>
              </p:nvCxnSpPr>
              <p:spPr>
                <a:xfrm>
                  <a:off x="6159" y="5894"/>
                  <a:ext cx="1466" cy="237"/>
                </a:xfrm>
                <a:prstGeom prst="line">
                  <a:avLst/>
                </a:prstGeom>
                <a:ln>
                  <a:solidFill>
                    <a:srgbClr val="7F7F7F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80" name="直接连接符 79">
                  <a:extLst>
                    <a:ext uri="{FF2B5EF4-FFF2-40B4-BE49-F238E27FC236}">
                      <a16:creationId xmlns:a16="http://schemas.microsoft.com/office/drawing/2014/main" id="{A5229CD7-C0A9-5B1E-5ED2-96A14D3CA18D}"/>
                    </a:ext>
                  </a:extLst>
                </p:cNvPr>
                <p:cNvCxnSpPr>
                  <a:stCxn id="85" idx="6"/>
                  <a:endCxn id="86" idx="1"/>
                </p:cNvCxnSpPr>
                <p:nvPr/>
              </p:nvCxnSpPr>
              <p:spPr>
                <a:xfrm flipV="1">
                  <a:off x="6212" y="4563"/>
                  <a:ext cx="1416" cy="2427"/>
                </a:xfrm>
                <a:prstGeom prst="line">
                  <a:avLst/>
                </a:prstGeom>
                <a:ln>
                  <a:solidFill>
                    <a:srgbClr val="7F7F7F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81" name="直接连接符 80">
                  <a:extLst>
                    <a:ext uri="{FF2B5EF4-FFF2-40B4-BE49-F238E27FC236}">
                      <a16:creationId xmlns:a16="http://schemas.microsoft.com/office/drawing/2014/main" id="{0C351DE4-68D0-08A1-FAC2-4D18AC0C8F7B}"/>
                    </a:ext>
                  </a:extLst>
                </p:cNvPr>
                <p:cNvCxnSpPr>
                  <a:stCxn id="85" idx="6"/>
                  <a:endCxn id="87" idx="1"/>
                </p:cNvCxnSpPr>
                <p:nvPr/>
              </p:nvCxnSpPr>
              <p:spPr>
                <a:xfrm flipV="1">
                  <a:off x="6212" y="6132"/>
                  <a:ext cx="1414" cy="858"/>
                </a:xfrm>
                <a:prstGeom prst="line">
                  <a:avLst/>
                </a:prstGeom>
                <a:ln>
                  <a:solidFill>
                    <a:srgbClr val="7F7F7F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72" name="文本框 71">
                <a:extLst>
                  <a:ext uri="{FF2B5EF4-FFF2-40B4-BE49-F238E27FC236}">
                    <a16:creationId xmlns:a16="http://schemas.microsoft.com/office/drawing/2014/main" id="{12482A86-1241-0274-2C00-73FEBB7E693D}"/>
                  </a:ext>
                </a:extLst>
              </p:cNvPr>
              <p:cNvSpPr txBox="1"/>
              <p:nvPr/>
            </p:nvSpPr>
            <p:spPr>
              <a:xfrm>
                <a:off x="10616" y="4552"/>
                <a:ext cx="948" cy="523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/>
                <a:endParaRPr lang="zh-CN" altLang="en-US" sz="1000" dirty="0"/>
              </a:p>
            </p:txBody>
          </p:sp>
        </p:grpSp>
        <p:grpSp>
          <p:nvGrpSpPr>
            <p:cNvPr id="107" name="组合 106">
              <a:extLst>
                <a:ext uri="{FF2B5EF4-FFF2-40B4-BE49-F238E27FC236}">
                  <a16:creationId xmlns:a16="http://schemas.microsoft.com/office/drawing/2014/main" id="{1B7FE1D7-1445-2C43-F610-552C3E06B64E}"/>
                </a:ext>
              </a:extLst>
            </p:cNvPr>
            <p:cNvGrpSpPr/>
            <p:nvPr/>
          </p:nvGrpSpPr>
          <p:grpSpPr>
            <a:xfrm>
              <a:off x="4067944" y="4332734"/>
              <a:ext cx="1445371" cy="849282"/>
              <a:chOff x="7359" y="5911"/>
              <a:chExt cx="1859" cy="1242"/>
            </a:xfrm>
          </p:grpSpPr>
          <p:sp>
            <p:nvSpPr>
              <p:cNvPr id="108" name="矩形: 圆角 107">
                <a:extLst>
                  <a:ext uri="{FF2B5EF4-FFF2-40B4-BE49-F238E27FC236}">
                    <a16:creationId xmlns:a16="http://schemas.microsoft.com/office/drawing/2014/main" id="{AB0970AA-EC6C-AE5C-F41C-A000B93C28BF}"/>
                  </a:ext>
                </a:extLst>
              </p:cNvPr>
              <p:cNvSpPr/>
              <p:nvPr/>
            </p:nvSpPr>
            <p:spPr>
              <a:xfrm>
                <a:off x="7359" y="6080"/>
                <a:ext cx="1743" cy="1073"/>
              </a:xfrm>
              <a:prstGeom prst="roundRect">
                <a:avLst>
                  <a:gd name="adj" fmla="val 7646"/>
                </a:avLst>
              </a:prstGeom>
              <a:solidFill>
                <a:srgbClr val="F9D9C3"/>
              </a:solidFill>
              <a:ln w="19050">
                <a:solidFill>
                  <a:schemeClr val="accent2">
                    <a:lumMod val="50000"/>
                  </a:schemeClr>
                </a:solidFill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09" name="文本框 108">
                <a:extLst>
                  <a:ext uri="{FF2B5EF4-FFF2-40B4-BE49-F238E27FC236}">
                    <a16:creationId xmlns:a16="http://schemas.microsoft.com/office/drawing/2014/main" id="{3E45B859-FA93-4BA4-CE26-33B057344239}"/>
                  </a:ext>
                </a:extLst>
              </p:cNvPr>
              <p:cNvSpPr txBox="1"/>
              <p:nvPr/>
            </p:nvSpPr>
            <p:spPr>
              <a:xfrm>
                <a:off x="7470" y="5911"/>
                <a:ext cx="1339" cy="338"/>
              </a:xfrm>
              <a:prstGeom prst="homePlate">
                <a:avLst/>
              </a:prstGeom>
              <a:solidFill>
                <a:srgbClr val="AF5721"/>
              </a:solidFill>
              <a:ln>
                <a:noFill/>
              </a:ln>
              <a:effectLst>
                <a:outerShdw blurRad="76200" dir="18900000" sy="23000" kx="-1200000" algn="bl" rotWithShape="0">
                  <a:prstClr val="black">
                    <a:alpha val="20000"/>
                  </a:prstClr>
                </a:outerShdw>
              </a:effectLst>
            </p:spPr>
            <p:txBody>
              <a:bodyPr wrap="square" rtlCol="0">
                <a:noAutofit/>
              </a:bodyPr>
              <a:lstStyle/>
              <a:p>
                <a:pPr algn="ctr"/>
                <a:r>
                  <a:rPr lang="en-US" altLang="zh-CN" sz="9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Critic</a:t>
                </a:r>
                <a:r>
                  <a:rPr lang="zh-CN" altLang="en-US" sz="9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网络</a:t>
                </a:r>
                <a:r>
                  <a:rPr lang="en-US" altLang="zh-CN" sz="9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  <a:endParaRPr lang="zh-CN" altLang="en-US" sz="9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110" name="组合 109">
                <a:extLst>
                  <a:ext uri="{FF2B5EF4-FFF2-40B4-BE49-F238E27FC236}">
                    <a16:creationId xmlns:a16="http://schemas.microsoft.com/office/drawing/2014/main" id="{1CEDA907-F20C-9961-DA44-722CB2402F91}"/>
                  </a:ext>
                </a:extLst>
              </p:cNvPr>
              <p:cNvGrpSpPr/>
              <p:nvPr/>
            </p:nvGrpSpPr>
            <p:grpSpPr>
              <a:xfrm>
                <a:off x="7466" y="6328"/>
                <a:ext cx="1431" cy="728"/>
                <a:chOff x="3940" y="3359"/>
                <a:chExt cx="4314" cy="3975"/>
              </a:xfrm>
            </p:grpSpPr>
            <p:grpSp>
              <p:nvGrpSpPr>
                <p:cNvPr id="112" name="组合 111">
                  <a:extLst>
                    <a:ext uri="{FF2B5EF4-FFF2-40B4-BE49-F238E27FC236}">
                      <a16:creationId xmlns:a16="http://schemas.microsoft.com/office/drawing/2014/main" id="{2561E510-3902-A61D-877B-F5180578F793}"/>
                    </a:ext>
                  </a:extLst>
                </p:cNvPr>
                <p:cNvGrpSpPr/>
                <p:nvPr/>
              </p:nvGrpSpPr>
              <p:grpSpPr>
                <a:xfrm>
                  <a:off x="3940" y="3359"/>
                  <a:ext cx="4314" cy="3975"/>
                  <a:chOff x="7453737" y="7967217"/>
                  <a:chExt cx="1191419" cy="993886"/>
                </a:xfrm>
              </p:grpSpPr>
              <p:sp>
                <p:nvSpPr>
                  <p:cNvPr id="121" name="椭圆 120">
                    <a:extLst>
                      <a:ext uri="{FF2B5EF4-FFF2-40B4-BE49-F238E27FC236}">
                        <a16:creationId xmlns:a16="http://schemas.microsoft.com/office/drawing/2014/main" id="{76DE4763-3B01-3D39-33C3-64DC7B07998E}"/>
                      </a:ext>
                    </a:extLst>
                  </p:cNvPr>
                  <p:cNvSpPr/>
                  <p:nvPr/>
                </p:nvSpPr>
                <p:spPr>
                  <a:xfrm>
                    <a:off x="7892606" y="7967217"/>
                    <a:ext cx="172800" cy="172355"/>
                  </a:xfrm>
                  <a:prstGeom prst="ellipse">
                    <a:avLst/>
                  </a:prstGeom>
                  <a:solidFill>
                    <a:srgbClr val="FC6B79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53752" tIns="26876" rIns="53752" bIns="26876" numCol="1" spcCol="0" rtlCol="0" fromWordArt="0" anchor="ctr" anchorCtr="0" forceAA="0" compatLnSpc="1">
                    <a:noAutofit/>
                  </a:bodyPr>
                  <a:lstStyle/>
                  <a:p>
                    <a:pPr algn="ctr"/>
                    <a:endParaRPr lang="zh-CN" altLang="en-US" sz="1060"/>
                  </a:p>
                </p:txBody>
              </p:sp>
              <p:sp>
                <p:nvSpPr>
                  <p:cNvPr id="122" name="椭圆 121">
                    <a:extLst>
                      <a:ext uri="{FF2B5EF4-FFF2-40B4-BE49-F238E27FC236}">
                        <a16:creationId xmlns:a16="http://schemas.microsoft.com/office/drawing/2014/main" id="{83A487B6-C8AE-0DAA-88C5-5F18677D1341}"/>
                      </a:ext>
                    </a:extLst>
                  </p:cNvPr>
                  <p:cNvSpPr/>
                  <p:nvPr/>
                </p:nvSpPr>
                <p:spPr>
                  <a:xfrm>
                    <a:off x="7893701" y="8240915"/>
                    <a:ext cx="172800" cy="172355"/>
                  </a:xfrm>
                  <a:prstGeom prst="ellipse">
                    <a:avLst/>
                  </a:prstGeom>
                  <a:solidFill>
                    <a:srgbClr val="FC6B79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53752" tIns="26876" rIns="53752" bIns="26876" numCol="1" spcCol="0" rtlCol="0" fromWordArt="0" anchor="ctr" anchorCtr="0" forceAA="0" compatLnSpc="1">
                    <a:noAutofit/>
                  </a:bodyPr>
                  <a:lstStyle/>
                  <a:p>
                    <a:pPr algn="ctr"/>
                    <a:endParaRPr lang="zh-CN" altLang="en-US" sz="1060"/>
                  </a:p>
                </p:txBody>
              </p:sp>
              <p:sp>
                <p:nvSpPr>
                  <p:cNvPr id="123" name="椭圆 122">
                    <a:extLst>
                      <a:ext uri="{FF2B5EF4-FFF2-40B4-BE49-F238E27FC236}">
                        <a16:creationId xmlns:a16="http://schemas.microsoft.com/office/drawing/2014/main" id="{6C8B32C7-B73D-82FE-7772-165B766894F8}"/>
                      </a:ext>
                    </a:extLst>
                  </p:cNvPr>
                  <p:cNvSpPr/>
                  <p:nvPr/>
                </p:nvSpPr>
                <p:spPr>
                  <a:xfrm>
                    <a:off x="7893711" y="8514799"/>
                    <a:ext cx="172800" cy="172355"/>
                  </a:xfrm>
                  <a:prstGeom prst="ellipse">
                    <a:avLst/>
                  </a:prstGeom>
                  <a:solidFill>
                    <a:srgbClr val="FC6B79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53752" tIns="26876" rIns="53752" bIns="26876" numCol="1" spcCol="0" rtlCol="0" fromWordArt="0" anchor="ctr" anchorCtr="0" forceAA="0" compatLnSpc="1">
                    <a:noAutofit/>
                  </a:bodyPr>
                  <a:lstStyle/>
                  <a:p>
                    <a:pPr algn="ctr"/>
                    <a:endParaRPr lang="zh-CN" altLang="en-US" sz="1060"/>
                  </a:p>
                </p:txBody>
              </p:sp>
              <p:sp>
                <p:nvSpPr>
                  <p:cNvPr id="124" name="椭圆 123">
                    <a:extLst>
                      <a:ext uri="{FF2B5EF4-FFF2-40B4-BE49-F238E27FC236}">
                        <a16:creationId xmlns:a16="http://schemas.microsoft.com/office/drawing/2014/main" id="{F94E793D-8B43-3991-A1CA-21D805F519AB}"/>
                      </a:ext>
                    </a:extLst>
                  </p:cNvPr>
                  <p:cNvSpPr/>
                  <p:nvPr/>
                </p:nvSpPr>
                <p:spPr>
                  <a:xfrm>
                    <a:off x="7908488" y="8788748"/>
                    <a:ext cx="172800" cy="172355"/>
                  </a:xfrm>
                  <a:prstGeom prst="ellipse">
                    <a:avLst/>
                  </a:prstGeom>
                  <a:solidFill>
                    <a:srgbClr val="FC6B79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53752" tIns="26876" rIns="53752" bIns="26876" numCol="1" spcCol="0" rtlCol="0" fromWordArt="0" anchor="ctr" anchorCtr="0" forceAA="0" compatLnSpc="1">
                    <a:noAutofit/>
                  </a:bodyPr>
                  <a:lstStyle/>
                  <a:p>
                    <a:pPr algn="ctr"/>
                    <a:endParaRPr lang="zh-CN" altLang="en-US" sz="1060"/>
                  </a:p>
                </p:txBody>
              </p:sp>
              <p:sp>
                <p:nvSpPr>
                  <p:cNvPr id="125" name="矩形: 圆角 1701">
                    <a:extLst>
                      <a:ext uri="{FF2B5EF4-FFF2-40B4-BE49-F238E27FC236}">
                        <a16:creationId xmlns:a16="http://schemas.microsoft.com/office/drawing/2014/main" id="{3E5F919C-F74A-46F6-591B-6C313A7AF565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8472356" y="8181625"/>
                    <a:ext cx="172800" cy="172800"/>
                  </a:xfrm>
                  <a:prstGeom prst="roundRect">
                    <a:avLst/>
                  </a:prstGeom>
                  <a:solidFill>
                    <a:srgbClr val="66C1FF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53752" tIns="26876" rIns="53752" bIns="26876" numCol="1" spcCol="0" rtlCol="0" fromWordArt="0" anchor="ctr" anchorCtr="0" forceAA="0" compatLnSpc="1">
                    <a:noAutofit/>
                  </a:bodyPr>
                  <a:lstStyle/>
                  <a:p>
                    <a:pPr algn="ctr"/>
                    <a:endParaRPr lang="zh-CN" altLang="en-US" sz="1060"/>
                  </a:p>
                </p:txBody>
              </p:sp>
              <p:sp>
                <p:nvSpPr>
                  <p:cNvPr id="126" name="矩形: 圆角 1702">
                    <a:extLst>
                      <a:ext uri="{FF2B5EF4-FFF2-40B4-BE49-F238E27FC236}">
                        <a16:creationId xmlns:a16="http://schemas.microsoft.com/office/drawing/2014/main" id="{012DE73D-23B5-63DE-8CD4-42A4E65C7063}"/>
                      </a:ext>
                    </a:extLst>
                  </p:cNvPr>
                  <p:cNvSpPr/>
                  <p:nvPr/>
                </p:nvSpPr>
                <p:spPr>
                  <a:xfrm>
                    <a:off x="8471607" y="8573673"/>
                    <a:ext cx="173436" cy="173436"/>
                  </a:xfrm>
                  <a:prstGeom prst="roundRect">
                    <a:avLst/>
                  </a:prstGeom>
                  <a:solidFill>
                    <a:srgbClr val="66C1FF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53752" tIns="26876" rIns="53752" bIns="26876" numCol="1" spcCol="0" rtlCol="0" fromWordArt="0" anchor="ctr" anchorCtr="0" forceAA="0" compatLnSpc="1">
                    <a:noAutofit/>
                  </a:bodyPr>
                  <a:lstStyle/>
                  <a:p>
                    <a:pPr algn="ctr"/>
                    <a:endParaRPr lang="zh-CN" altLang="en-US" sz="1060"/>
                  </a:p>
                </p:txBody>
              </p:sp>
              <p:sp>
                <p:nvSpPr>
                  <p:cNvPr id="127" name="椭圆 126">
                    <a:extLst>
                      <a:ext uri="{FF2B5EF4-FFF2-40B4-BE49-F238E27FC236}">
                        <a16:creationId xmlns:a16="http://schemas.microsoft.com/office/drawing/2014/main" id="{3DBA5B7F-4989-DBD6-DC5F-BEE8608859BC}"/>
                      </a:ext>
                    </a:extLst>
                  </p:cNvPr>
                  <p:cNvSpPr/>
                  <p:nvPr/>
                </p:nvSpPr>
                <p:spPr>
                  <a:xfrm flipH="1">
                    <a:off x="7454636" y="8085594"/>
                    <a:ext cx="172800" cy="172355"/>
                  </a:xfrm>
                  <a:prstGeom prst="ellipse">
                    <a:avLst/>
                  </a:prstGeom>
                  <a:solidFill>
                    <a:srgbClr val="FFE08A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53752" tIns="26876" rIns="53752" bIns="26876" numCol="1" spcCol="0" rtlCol="0" fromWordArt="0" anchor="ctr" anchorCtr="0" forceAA="0" compatLnSpc="1">
                    <a:noAutofit/>
                  </a:bodyPr>
                  <a:lstStyle/>
                  <a:p>
                    <a:pPr algn="ctr"/>
                    <a:endParaRPr lang="zh-CN" altLang="en-US" sz="1060"/>
                  </a:p>
                </p:txBody>
              </p:sp>
              <p:sp>
                <p:nvSpPr>
                  <p:cNvPr id="128" name="椭圆 127">
                    <a:extLst>
                      <a:ext uri="{FF2B5EF4-FFF2-40B4-BE49-F238E27FC236}">
                        <a16:creationId xmlns:a16="http://schemas.microsoft.com/office/drawing/2014/main" id="{2817A2CA-B64D-AC0E-94A3-AF3BB1DE6E63}"/>
                      </a:ext>
                    </a:extLst>
                  </p:cNvPr>
                  <p:cNvSpPr/>
                  <p:nvPr/>
                </p:nvSpPr>
                <p:spPr>
                  <a:xfrm flipH="1">
                    <a:off x="7453737" y="8386374"/>
                    <a:ext cx="172800" cy="172355"/>
                  </a:xfrm>
                  <a:prstGeom prst="ellipse">
                    <a:avLst/>
                  </a:prstGeom>
                  <a:solidFill>
                    <a:srgbClr val="FFE08A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53752" tIns="26876" rIns="53752" bIns="26876" numCol="1" spcCol="0" rtlCol="0" fromWordArt="0" anchor="ctr" anchorCtr="0" forceAA="0" compatLnSpc="1">
                    <a:noAutofit/>
                  </a:bodyPr>
                  <a:lstStyle/>
                  <a:p>
                    <a:pPr algn="ctr"/>
                    <a:endParaRPr lang="zh-CN" altLang="en-US" sz="1060"/>
                  </a:p>
                </p:txBody>
              </p:sp>
              <p:sp>
                <p:nvSpPr>
                  <p:cNvPr id="129" name="椭圆 128">
                    <a:extLst>
                      <a:ext uri="{FF2B5EF4-FFF2-40B4-BE49-F238E27FC236}">
                        <a16:creationId xmlns:a16="http://schemas.microsoft.com/office/drawing/2014/main" id="{4F32B5E2-350D-F487-CEAC-D43329917D40}"/>
                      </a:ext>
                    </a:extLst>
                  </p:cNvPr>
                  <p:cNvSpPr/>
                  <p:nvPr/>
                </p:nvSpPr>
                <p:spPr>
                  <a:xfrm flipH="1">
                    <a:off x="7454570" y="8687240"/>
                    <a:ext cx="172800" cy="172355"/>
                  </a:xfrm>
                  <a:prstGeom prst="ellipse">
                    <a:avLst/>
                  </a:prstGeom>
                  <a:solidFill>
                    <a:srgbClr val="FFE08A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53752" tIns="26876" rIns="53752" bIns="26876" numCol="1" spcCol="0" rtlCol="0" fromWordArt="0" anchor="ctr" anchorCtr="0" forceAA="0" compatLnSpc="1">
                    <a:noAutofit/>
                  </a:bodyPr>
                  <a:lstStyle/>
                  <a:p>
                    <a:pPr algn="ctr"/>
                    <a:endParaRPr lang="zh-CN" altLang="en-US" sz="1060"/>
                  </a:p>
                </p:txBody>
              </p:sp>
              <p:cxnSp>
                <p:nvCxnSpPr>
                  <p:cNvPr id="130" name="直接连接符 129">
                    <a:extLst>
                      <a:ext uri="{FF2B5EF4-FFF2-40B4-BE49-F238E27FC236}">
                        <a16:creationId xmlns:a16="http://schemas.microsoft.com/office/drawing/2014/main" id="{5A5CD9E8-9A0F-4ECE-192D-2B6930FCB2BC}"/>
                      </a:ext>
                    </a:extLst>
                  </p:cNvPr>
                  <p:cNvCxnSpPr>
                    <a:stCxn id="121" idx="2"/>
                    <a:endCxn id="127" idx="2"/>
                  </p:cNvCxnSpPr>
                  <p:nvPr/>
                </p:nvCxnSpPr>
                <p:spPr>
                  <a:xfrm flipH="1">
                    <a:off x="7627453" y="8053674"/>
                    <a:ext cx="265240" cy="118347"/>
                  </a:xfrm>
                  <a:prstGeom prst="line">
                    <a:avLst/>
                  </a:prstGeom>
                  <a:ln w="12700">
                    <a:solidFill>
                      <a:schemeClr val="bg1">
                        <a:lumMod val="50000"/>
                      </a:schemeClr>
                    </a:solidFill>
                  </a:ln>
                  <a:effectLst>
                    <a:softEdge rad="0"/>
                  </a:effectLst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1" name="直接连接符 130">
                    <a:extLst>
                      <a:ext uri="{FF2B5EF4-FFF2-40B4-BE49-F238E27FC236}">
                        <a16:creationId xmlns:a16="http://schemas.microsoft.com/office/drawing/2014/main" id="{FA9FC31C-5C2F-FA75-299B-F5E2FDF1C9CA}"/>
                      </a:ext>
                    </a:extLst>
                  </p:cNvPr>
                  <p:cNvCxnSpPr>
                    <a:stCxn id="127" idx="2"/>
                    <a:endCxn id="122" idx="2"/>
                  </p:cNvCxnSpPr>
                  <p:nvPr/>
                </p:nvCxnSpPr>
                <p:spPr>
                  <a:xfrm>
                    <a:off x="7627436" y="8172052"/>
                    <a:ext cx="266181" cy="155365"/>
                  </a:xfrm>
                  <a:prstGeom prst="line">
                    <a:avLst/>
                  </a:prstGeom>
                  <a:ln w="12700">
                    <a:solidFill>
                      <a:schemeClr val="bg1">
                        <a:lumMod val="50000"/>
                      </a:schemeClr>
                    </a:solidFill>
                  </a:ln>
                  <a:effectLst>
                    <a:softEdge rad="0"/>
                  </a:effectLst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2" name="直接连接符 131">
                    <a:extLst>
                      <a:ext uri="{FF2B5EF4-FFF2-40B4-BE49-F238E27FC236}">
                        <a16:creationId xmlns:a16="http://schemas.microsoft.com/office/drawing/2014/main" id="{F2813E4C-74BB-DA7B-B485-505D9CF57621}"/>
                      </a:ext>
                    </a:extLst>
                  </p:cNvPr>
                  <p:cNvCxnSpPr>
                    <a:stCxn id="128" idx="2"/>
                    <a:endCxn id="122" idx="2"/>
                  </p:cNvCxnSpPr>
                  <p:nvPr/>
                </p:nvCxnSpPr>
                <p:spPr>
                  <a:xfrm flipV="1">
                    <a:off x="7626537" y="8327252"/>
                    <a:ext cx="267123" cy="145549"/>
                  </a:xfrm>
                  <a:prstGeom prst="line">
                    <a:avLst/>
                  </a:prstGeom>
                  <a:ln w="12700">
                    <a:solidFill>
                      <a:schemeClr val="bg1">
                        <a:lumMod val="50000"/>
                      </a:schemeClr>
                    </a:solidFill>
                  </a:ln>
                  <a:effectLst>
                    <a:softEdge rad="0"/>
                  </a:effectLst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3" name="直接连接符 132">
                    <a:extLst>
                      <a:ext uri="{FF2B5EF4-FFF2-40B4-BE49-F238E27FC236}">
                        <a16:creationId xmlns:a16="http://schemas.microsoft.com/office/drawing/2014/main" id="{F03825E4-32A1-929E-1D54-9F3C61DDA1AA}"/>
                      </a:ext>
                    </a:extLst>
                  </p:cNvPr>
                  <p:cNvCxnSpPr>
                    <a:stCxn id="129" idx="2"/>
                    <a:endCxn id="122" idx="2"/>
                  </p:cNvCxnSpPr>
                  <p:nvPr/>
                </p:nvCxnSpPr>
                <p:spPr>
                  <a:xfrm flipV="1">
                    <a:off x="7627370" y="8327203"/>
                    <a:ext cx="266181" cy="446183"/>
                  </a:xfrm>
                  <a:prstGeom prst="line">
                    <a:avLst/>
                  </a:prstGeom>
                  <a:ln w="12700">
                    <a:solidFill>
                      <a:schemeClr val="bg1">
                        <a:lumMod val="50000"/>
                      </a:schemeClr>
                    </a:solidFill>
                  </a:ln>
                  <a:effectLst>
                    <a:softEdge rad="0"/>
                  </a:effectLst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4" name="直接连接符 133">
                    <a:extLst>
                      <a:ext uri="{FF2B5EF4-FFF2-40B4-BE49-F238E27FC236}">
                        <a16:creationId xmlns:a16="http://schemas.microsoft.com/office/drawing/2014/main" id="{D61793F8-6DA2-ABFA-BAD0-DB56471C5886}"/>
                      </a:ext>
                    </a:extLst>
                  </p:cNvPr>
                  <p:cNvCxnSpPr>
                    <a:stCxn id="129" idx="2"/>
                    <a:endCxn id="123" idx="2"/>
                  </p:cNvCxnSpPr>
                  <p:nvPr/>
                </p:nvCxnSpPr>
                <p:spPr>
                  <a:xfrm flipV="1">
                    <a:off x="7627370" y="8601194"/>
                    <a:ext cx="266181" cy="172191"/>
                  </a:xfrm>
                  <a:prstGeom prst="line">
                    <a:avLst/>
                  </a:prstGeom>
                  <a:ln w="12700">
                    <a:solidFill>
                      <a:schemeClr val="bg1">
                        <a:lumMod val="50000"/>
                      </a:schemeClr>
                    </a:solidFill>
                  </a:ln>
                  <a:effectLst>
                    <a:softEdge rad="0"/>
                  </a:effectLst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5" name="直接连接符 134">
                    <a:extLst>
                      <a:ext uri="{FF2B5EF4-FFF2-40B4-BE49-F238E27FC236}">
                        <a16:creationId xmlns:a16="http://schemas.microsoft.com/office/drawing/2014/main" id="{A8262E6D-4C45-AC39-824A-A292479C69E0}"/>
                      </a:ext>
                    </a:extLst>
                  </p:cNvPr>
                  <p:cNvCxnSpPr>
                    <a:stCxn id="129" idx="2"/>
                    <a:endCxn id="124" idx="2"/>
                  </p:cNvCxnSpPr>
                  <p:nvPr/>
                </p:nvCxnSpPr>
                <p:spPr>
                  <a:xfrm>
                    <a:off x="7627370" y="8773388"/>
                    <a:ext cx="281008" cy="101520"/>
                  </a:xfrm>
                  <a:prstGeom prst="line">
                    <a:avLst/>
                  </a:prstGeom>
                  <a:ln w="12700">
                    <a:solidFill>
                      <a:schemeClr val="bg1">
                        <a:lumMod val="50000"/>
                      </a:schemeClr>
                    </a:solidFill>
                  </a:ln>
                  <a:effectLst>
                    <a:softEdge rad="0"/>
                  </a:effectLst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6" name="直接连接符 135">
                    <a:extLst>
                      <a:ext uri="{FF2B5EF4-FFF2-40B4-BE49-F238E27FC236}">
                        <a16:creationId xmlns:a16="http://schemas.microsoft.com/office/drawing/2014/main" id="{C3D774D2-5369-668B-97B0-6F632AD56019}"/>
                      </a:ext>
                    </a:extLst>
                  </p:cNvPr>
                  <p:cNvCxnSpPr>
                    <a:stCxn id="123" idx="2"/>
                    <a:endCxn id="127" idx="2"/>
                  </p:cNvCxnSpPr>
                  <p:nvPr/>
                </p:nvCxnSpPr>
                <p:spPr>
                  <a:xfrm flipH="1" flipV="1">
                    <a:off x="7627382" y="8171901"/>
                    <a:ext cx="266181" cy="429357"/>
                  </a:xfrm>
                  <a:prstGeom prst="line">
                    <a:avLst/>
                  </a:prstGeom>
                  <a:ln w="12700">
                    <a:solidFill>
                      <a:schemeClr val="bg1">
                        <a:lumMod val="50000"/>
                      </a:schemeClr>
                    </a:solidFill>
                  </a:ln>
                  <a:effectLst>
                    <a:softEdge rad="0"/>
                  </a:effectLst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7" name="直接连接符 136">
                    <a:extLst>
                      <a:ext uri="{FF2B5EF4-FFF2-40B4-BE49-F238E27FC236}">
                        <a16:creationId xmlns:a16="http://schemas.microsoft.com/office/drawing/2014/main" id="{E9F9F22A-EA49-AB5C-0810-6E29154E3F5C}"/>
                      </a:ext>
                    </a:extLst>
                  </p:cNvPr>
                  <p:cNvCxnSpPr>
                    <a:stCxn id="123" idx="2"/>
                    <a:endCxn id="128" idx="2"/>
                  </p:cNvCxnSpPr>
                  <p:nvPr/>
                </p:nvCxnSpPr>
                <p:spPr>
                  <a:xfrm flipH="1" flipV="1">
                    <a:off x="7626440" y="8472813"/>
                    <a:ext cx="267123" cy="128443"/>
                  </a:xfrm>
                  <a:prstGeom prst="line">
                    <a:avLst/>
                  </a:prstGeom>
                  <a:ln w="12700">
                    <a:solidFill>
                      <a:schemeClr val="bg1">
                        <a:lumMod val="50000"/>
                      </a:schemeClr>
                    </a:solidFill>
                  </a:ln>
                  <a:effectLst>
                    <a:softEdge rad="0"/>
                  </a:effectLst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8" name="直接连接符 137">
                    <a:extLst>
                      <a:ext uri="{FF2B5EF4-FFF2-40B4-BE49-F238E27FC236}">
                        <a16:creationId xmlns:a16="http://schemas.microsoft.com/office/drawing/2014/main" id="{8147075F-D984-2993-148C-2D33D32BB470}"/>
                      </a:ext>
                    </a:extLst>
                  </p:cNvPr>
                  <p:cNvCxnSpPr>
                    <a:stCxn id="124" idx="2"/>
                    <a:endCxn id="127" idx="2"/>
                  </p:cNvCxnSpPr>
                  <p:nvPr/>
                </p:nvCxnSpPr>
                <p:spPr>
                  <a:xfrm flipH="1" flipV="1">
                    <a:off x="7627350" y="8171826"/>
                    <a:ext cx="281008" cy="703068"/>
                  </a:xfrm>
                  <a:prstGeom prst="line">
                    <a:avLst/>
                  </a:prstGeom>
                  <a:ln w="12700">
                    <a:solidFill>
                      <a:schemeClr val="bg1">
                        <a:lumMod val="50000"/>
                      </a:schemeClr>
                    </a:solidFill>
                  </a:ln>
                  <a:effectLst>
                    <a:softEdge rad="0"/>
                  </a:effectLst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9" name="直接连接符 138">
                    <a:extLst>
                      <a:ext uri="{FF2B5EF4-FFF2-40B4-BE49-F238E27FC236}">
                        <a16:creationId xmlns:a16="http://schemas.microsoft.com/office/drawing/2014/main" id="{80C15EDE-7800-008B-DACA-5EF91330DA27}"/>
                      </a:ext>
                    </a:extLst>
                  </p:cNvPr>
                  <p:cNvCxnSpPr>
                    <a:stCxn id="128" idx="2"/>
                    <a:endCxn id="121" idx="2"/>
                  </p:cNvCxnSpPr>
                  <p:nvPr/>
                </p:nvCxnSpPr>
                <p:spPr>
                  <a:xfrm flipV="1">
                    <a:off x="7626537" y="8053541"/>
                    <a:ext cx="266181" cy="419261"/>
                  </a:xfrm>
                  <a:prstGeom prst="line">
                    <a:avLst/>
                  </a:prstGeom>
                  <a:ln w="12700">
                    <a:solidFill>
                      <a:schemeClr val="bg1">
                        <a:lumMod val="50000"/>
                      </a:schemeClr>
                    </a:solidFill>
                  </a:ln>
                  <a:effectLst>
                    <a:softEdge rad="0"/>
                  </a:effectLst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0" name="直接连接符 139">
                    <a:extLst>
                      <a:ext uri="{FF2B5EF4-FFF2-40B4-BE49-F238E27FC236}">
                        <a16:creationId xmlns:a16="http://schemas.microsoft.com/office/drawing/2014/main" id="{F59E6CF2-3C7F-BBE1-02A3-FA33CE149F43}"/>
                      </a:ext>
                    </a:extLst>
                  </p:cNvPr>
                  <p:cNvCxnSpPr>
                    <a:stCxn id="129" idx="2"/>
                    <a:endCxn id="121" idx="2"/>
                  </p:cNvCxnSpPr>
                  <p:nvPr/>
                </p:nvCxnSpPr>
                <p:spPr>
                  <a:xfrm flipV="1">
                    <a:off x="7627370" y="8053492"/>
                    <a:ext cx="265240" cy="719895"/>
                  </a:xfrm>
                  <a:prstGeom prst="line">
                    <a:avLst/>
                  </a:prstGeom>
                  <a:ln w="12700">
                    <a:solidFill>
                      <a:schemeClr val="bg1">
                        <a:lumMod val="50000"/>
                      </a:schemeClr>
                    </a:solidFill>
                  </a:ln>
                  <a:effectLst>
                    <a:softEdge rad="0"/>
                  </a:effectLst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1" name="直接连接符 140">
                    <a:extLst>
                      <a:ext uri="{FF2B5EF4-FFF2-40B4-BE49-F238E27FC236}">
                        <a16:creationId xmlns:a16="http://schemas.microsoft.com/office/drawing/2014/main" id="{CE81873B-2D28-436D-96E1-EE4C98550C10}"/>
                      </a:ext>
                    </a:extLst>
                  </p:cNvPr>
                  <p:cNvCxnSpPr>
                    <a:stCxn id="124" idx="2"/>
                    <a:endCxn id="128" idx="2"/>
                  </p:cNvCxnSpPr>
                  <p:nvPr/>
                </p:nvCxnSpPr>
                <p:spPr>
                  <a:xfrm flipH="1" flipV="1">
                    <a:off x="7626408" y="8472741"/>
                    <a:ext cx="281950" cy="402154"/>
                  </a:xfrm>
                  <a:prstGeom prst="line">
                    <a:avLst/>
                  </a:prstGeom>
                  <a:ln w="12700">
                    <a:solidFill>
                      <a:schemeClr val="bg1">
                        <a:lumMod val="50000"/>
                      </a:schemeClr>
                    </a:solidFill>
                  </a:ln>
                  <a:effectLst>
                    <a:softEdge rad="0"/>
                  </a:effectLst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113" name="直接连接符 112">
                  <a:extLst>
                    <a:ext uri="{FF2B5EF4-FFF2-40B4-BE49-F238E27FC236}">
                      <a16:creationId xmlns:a16="http://schemas.microsoft.com/office/drawing/2014/main" id="{7E599E9A-F9E6-458D-BDF4-3740EE82F7F2}"/>
                    </a:ext>
                  </a:extLst>
                </p:cNvPr>
                <p:cNvCxnSpPr>
                  <a:stCxn id="121" idx="6"/>
                  <a:endCxn id="125" idx="1"/>
                </p:cNvCxnSpPr>
                <p:nvPr/>
              </p:nvCxnSpPr>
              <p:spPr>
                <a:xfrm>
                  <a:off x="6155" y="3704"/>
                  <a:ext cx="1473" cy="858"/>
                </a:xfrm>
                <a:prstGeom prst="line">
                  <a:avLst/>
                </a:prstGeom>
                <a:ln>
                  <a:solidFill>
                    <a:srgbClr val="7F7F7F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14" name="直接连接符 113">
                  <a:extLst>
                    <a:ext uri="{FF2B5EF4-FFF2-40B4-BE49-F238E27FC236}">
                      <a16:creationId xmlns:a16="http://schemas.microsoft.com/office/drawing/2014/main" id="{07EDB030-019D-EAE9-5ACC-8B1D328A4EE7}"/>
                    </a:ext>
                  </a:extLst>
                </p:cNvPr>
                <p:cNvCxnSpPr>
                  <a:stCxn id="121" idx="6"/>
                  <a:endCxn id="126" idx="1"/>
                </p:cNvCxnSpPr>
                <p:nvPr/>
              </p:nvCxnSpPr>
              <p:spPr>
                <a:xfrm>
                  <a:off x="6155" y="3704"/>
                  <a:ext cx="1470" cy="2427"/>
                </a:xfrm>
                <a:prstGeom prst="line">
                  <a:avLst/>
                </a:prstGeom>
                <a:ln>
                  <a:solidFill>
                    <a:srgbClr val="7F7F7F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15" name="直接连接符 114">
                  <a:extLst>
                    <a:ext uri="{FF2B5EF4-FFF2-40B4-BE49-F238E27FC236}">
                      <a16:creationId xmlns:a16="http://schemas.microsoft.com/office/drawing/2014/main" id="{9D8ABB31-D8AB-1427-27BE-C032673A940A}"/>
                    </a:ext>
                  </a:extLst>
                </p:cNvPr>
                <p:cNvCxnSpPr>
                  <a:stCxn id="122" idx="6"/>
                  <a:endCxn id="125" idx="1"/>
                </p:cNvCxnSpPr>
                <p:nvPr/>
              </p:nvCxnSpPr>
              <p:spPr>
                <a:xfrm flipV="1">
                  <a:off x="6159" y="4562"/>
                  <a:ext cx="1469" cy="237"/>
                </a:xfrm>
                <a:prstGeom prst="line">
                  <a:avLst/>
                </a:prstGeom>
                <a:ln>
                  <a:solidFill>
                    <a:srgbClr val="7F7F7F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16" name="直接连接符 115">
                  <a:extLst>
                    <a:ext uri="{FF2B5EF4-FFF2-40B4-BE49-F238E27FC236}">
                      <a16:creationId xmlns:a16="http://schemas.microsoft.com/office/drawing/2014/main" id="{BB4701D2-0C9F-FC1C-3471-2CA4AB583E45}"/>
                    </a:ext>
                  </a:extLst>
                </p:cNvPr>
                <p:cNvCxnSpPr>
                  <a:stCxn id="122" idx="6"/>
                  <a:endCxn id="126" idx="1"/>
                </p:cNvCxnSpPr>
                <p:nvPr/>
              </p:nvCxnSpPr>
              <p:spPr>
                <a:xfrm>
                  <a:off x="6159" y="4799"/>
                  <a:ext cx="1466" cy="1332"/>
                </a:xfrm>
                <a:prstGeom prst="line">
                  <a:avLst/>
                </a:prstGeom>
                <a:ln>
                  <a:solidFill>
                    <a:srgbClr val="7F7F7F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17" name="直接连接符 116">
                  <a:extLst>
                    <a:ext uri="{FF2B5EF4-FFF2-40B4-BE49-F238E27FC236}">
                      <a16:creationId xmlns:a16="http://schemas.microsoft.com/office/drawing/2014/main" id="{43800767-8C8A-2E2F-BDA6-F10917494AFA}"/>
                    </a:ext>
                  </a:extLst>
                </p:cNvPr>
                <p:cNvCxnSpPr>
                  <a:stCxn id="123" idx="6"/>
                  <a:endCxn id="125" idx="1"/>
                </p:cNvCxnSpPr>
                <p:nvPr/>
              </p:nvCxnSpPr>
              <p:spPr>
                <a:xfrm flipV="1">
                  <a:off x="6159" y="4562"/>
                  <a:ext cx="1469" cy="1332"/>
                </a:xfrm>
                <a:prstGeom prst="line">
                  <a:avLst/>
                </a:prstGeom>
                <a:ln>
                  <a:solidFill>
                    <a:srgbClr val="7F7F7F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18" name="直接连接符 117">
                  <a:extLst>
                    <a:ext uri="{FF2B5EF4-FFF2-40B4-BE49-F238E27FC236}">
                      <a16:creationId xmlns:a16="http://schemas.microsoft.com/office/drawing/2014/main" id="{FA15115C-876E-E1DE-63E7-F712B591C8C0}"/>
                    </a:ext>
                  </a:extLst>
                </p:cNvPr>
                <p:cNvCxnSpPr>
                  <a:stCxn id="123" idx="6"/>
                  <a:endCxn id="126" idx="1"/>
                </p:cNvCxnSpPr>
                <p:nvPr/>
              </p:nvCxnSpPr>
              <p:spPr>
                <a:xfrm>
                  <a:off x="6159" y="5894"/>
                  <a:ext cx="1466" cy="237"/>
                </a:xfrm>
                <a:prstGeom prst="line">
                  <a:avLst/>
                </a:prstGeom>
                <a:ln>
                  <a:solidFill>
                    <a:srgbClr val="7F7F7F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19" name="直接连接符 118">
                  <a:extLst>
                    <a:ext uri="{FF2B5EF4-FFF2-40B4-BE49-F238E27FC236}">
                      <a16:creationId xmlns:a16="http://schemas.microsoft.com/office/drawing/2014/main" id="{87569404-9E4B-CF9E-4498-EA784B11DBEF}"/>
                    </a:ext>
                  </a:extLst>
                </p:cNvPr>
                <p:cNvCxnSpPr>
                  <a:stCxn id="124" idx="6"/>
                  <a:endCxn id="125" idx="1"/>
                </p:cNvCxnSpPr>
                <p:nvPr/>
              </p:nvCxnSpPr>
              <p:spPr>
                <a:xfrm flipV="1">
                  <a:off x="6212" y="4563"/>
                  <a:ext cx="1416" cy="2427"/>
                </a:xfrm>
                <a:prstGeom prst="line">
                  <a:avLst/>
                </a:prstGeom>
                <a:ln>
                  <a:solidFill>
                    <a:srgbClr val="7F7F7F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20" name="直接连接符 119">
                  <a:extLst>
                    <a:ext uri="{FF2B5EF4-FFF2-40B4-BE49-F238E27FC236}">
                      <a16:creationId xmlns:a16="http://schemas.microsoft.com/office/drawing/2014/main" id="{0BC49F58-8C40-C543-DBE2-2C72267A46F8}"/>
                    </a:ext>
                  </a:extLst>
                </p:cNvPr>
                <p:cNvCxnSpPr>
                  <a:stCxn id="124" idx="6"/>
                  <a:endCxn id="126" idx="1"/>
                </p:cNvCxnSpPr>
                <p:nvPr/>
              </p:nvCxnSpPr>
              <p:spPr>
                <a:xfrm flipV="1">
                  <a:off x="6212" y="6132"/>
                  <a:ext cx="1414" cy="858"/>
                </a:xfrm>
                <a:prstGeom prst="line">
                  <a:avLst/>
                </a:prstGeom>
                <a:ln>
                  <a:solidFill>
                    <a:srgbClr val="7F7F7F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11" name="文本框 110">
                <a:extLst>
                  <a:ext uri="{FF2B5EF4-FFF2-40B4-BE49-F238E27FC236}">
                    <a16:creationId xmlns:a16="http://schemas.microsoft.com/office/drawing/2014/main" id="{6B9B82A7-D655-A5D9-95FB-2F94FB4E2A5C}"/>
                  </a:ext>
                </a:extLst>
              </p:cNvPr>
              <p:cNvSpPr txBox="1"/>
              <p:nvPr/>
            </p:nvSpPr>
            <p:spPr>
              <a:xfrm>
                <a:off x="8561" y="6080"/>
                <a:ext cx="657" cy="300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algn="l"/>
                <a:endParaRPr lang="zh-CN" altLang="en-US" sz="1000" dirty="0"/>
              </a:p>
            </p:txBody>
          </p:sp>
        </p:grpSp>
        <p:grpSp>
          <p:nvGrpSpPr>
            <p:cNvPr id="142" name="组合 141">
              <a:extLst>
                <a:ext uri="{FF2B5EF4-FFF2-40B4-BE49-F238E27FC236}">
                  <a16:creationId xmlns:a16="http://schemas.microsoft.com/office/drawing/2014/main" id="{72524A82-F4B9-2E1C-8409-AB1CE4ADFAB0}"/>
                </a:ext>
              </a:extLst>
            </p:cNvPr>
            <p:cNvGrpSpPr/>
            <p:nvPr/>
          </p:nvGrpSpPr>
          <p:grpSpPr>
            <a:xfrm>
              <a:off x="6432368" y="4307910"/>
              <a:ext cx="1445371" cy="849282"/>
              <a:chOff x="7359" y="5911"/>
              <a:chExt cx="1859" cy="1242"/>
            </a:xfrm>
          </p:grpSpPr>
          <p:sp>
            <p:nvSpPr>
              <p:cNvPr id="143" name="矩形: 圆角 142">
                <a:extLst>
                  <a:ext uri="{FF2B5EF4-FFF2-40B4-BE49-F238E27FC236}">
                    <a16:creationId xmlns:a16="http://schemas.microsoft.com/office/drawing/2014/main" id="{21E493AE-D0F2-4E89-685A-9AFE7B2F76CF}"/>
                  </a:ext>
                </a:extLst>
              </p:cNvPr>
              <p:cNvSpPr/>
              <p:nvPr/>
            </p:nvSpPr>
            <p:spPr>
              <a:xfrm>
                <a:off x="7359" y="6080"/>
                <a:ext cx="1743" cy="1073"/>
              </a:xfrm>
              <a:prstGeom prst="roundRect">
                <a:avLst>
                  <a:gd name="adj" fmla="val 7646"/>
                </a:avLst>
              </a:prstGeom>
              <a:solidFill>
                <a:srgbClr val="F9D9C3"/>
              </a:solidFill>
              <a:ln w="19050">
                <a:solidFill>
                  <a:schemeClr val="accent2">
                    <a:lumMod val="50000"/>
                  </a:schemeClr>
                </a:solidFill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44" name="文本框 143">
                <a:extLst>
                  <a:ext uri="{FF2B5EF4-FFF2-40B4-BE49-F238E27FC236}">
                    <a16:creationId xmlns:a16="http://schemas.microsoft.com/office/drawing/2014/main" id="{9FD10CFE-1CCC-916B-7992-73A15C7D8D08}"/>
                  </a:ext>
                </a:extLst>
              </p:cNvPr>
              <p:cNvSpPr txBox="1"/>
              <p:nvPr/>
            </p:nvSpPr>
            <p:spPr>
              <a:xfrm>
                <a:off x="7470" y="5911"/>
                <a:ext cx="1339" cy="338"/>
              </a:xfrm>
              <a:prstGeom prst="homePlate">
                <a:avLst/>
              </a:prstGeom>
              <a:solidFill>
                <a:srgbClr val="AF5721"/>
              </a:solidFill>
              <a:ln>
                <a:noFill/>
              </a:ln>
              <a:effectLst>
                <a:outerShdw blurRad="76200" dir="18900000" sy="23000" kx="-1200000" algn="bl" rotWithShape="0">
                  <a:prstClr val="black">
                    <a:alpha val="20000"/>
                  </a:prstClr>
                </a:outerShdw>
              </a:effectLst>
            </p:spPr>
            <p:txBody>
              <a:bodyPr wrap="square" rtlCol="0">
                <a:noAutofit/>
              </a:bodyPr>
              <a:lstStyle/>
              <a:p>
                <a:pPr algn="ctr"/>
                <a:r>
                  <a:rPr lang="en-US" altLang="zh-CN" sz="9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Critic</a:t>
                </a:r>
                <a:r>
                  <a:rPr lang="zh-CN" altLang="en-US" sz="9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网络</a:t>
                </a:r>
                <a:r>
                  <a:rPr lang="en-US" altLang="zh-CN" sz="9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M</a:t>
                </a:r>
                <a:endParaRPr lang="zh-CN" altLang="en-US" sz="9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145" name="组合 144">
                <a:extLst>
                  <a:ext uri="{FF2B5EF4-FFF2-40B4-BE49-F238E27FC236}">
                    <a16:creationId xmlns:a16="http://schemas.microsoft.com/office/drawing/2014/main" id="{DD99FF34-92AF-CCC5-FFAF-B321D36593AA}"/>
                  </a:ext>
                </a:extLst>
              </p:cNvPr>
              <p:cNvGrpSpPr/>
              <p:nvPr/>
            </p:nvGrpSpPr>
            <p:grpSpPr>
              <a:xfrm>
                <a:off x="7466" y="6328"/>
                <a:ext cx="1431" cy="728"/>
                <a:chOff x="3940" y="3359"/>
                <a:chExt cx="4314" cy="3975"/>
              </a:xfrm>
            </p:grpSpPr>
            <p:grpSp>
              <p:nvGrpSpPr>
                <p:cNvPr id="147" name="组合 146">
                  <a:extLst>
                    <a:ext uri="{FF2B5EF4-FFF2-40B4-BE49-F238E27FC236}">
                      <a16:creationId xmlns:a16="http://schemas.microsoft.com/office/drawing/2014/main" id="{966B021F-46F1-7B1D-750B-C5CFE842DFBF}"/>
                    </a:ext>
                  </a:extLst>
                </p:cNvPr>
                <p:cNvGrpSpPr/>
                <p:nvPr/>
              </p:nvGrpSpPr>
              <p:grpSpPr>
                <a:xfrm>
                  <a:off x="3940" y="3359"/>
                  <a:ext cx="4314" cy="3975"/>
                  <a:chOff x="7453737" y="7967217"/>
                  <a:chExt cx="1191419" cy="993886"/>
                </a:xfrm>
              </p:grpSpPr>
              <p:sp>
                <p:nvSpPr>
                  <p:cNvPr id="156" name="椭圆 155">
                    <a:extLst>
                      <a:ext uri="{FF2B5EF4-FFF2-40B4-BE49-F238E27FC236}">
                        <a16:creationId xmlns:a16="http://schemas.microsoft.com/office/drawing/2014/main" id="{01091E9F-F32A-001A-63E6-256C18F325BC}"/>
                      </a:ext>
                    </a:extLst>
                  </p:cNvPr>
                  <p:cNvSpPr/>
                  <p:nvPr/>
                </p:nvSpPr>
                <p:spPr>
                  <a:xfrm>
                    <a:off x="7892606" y="7967217"/>
                    <a:ext cx="172800" cy="172355"/>
                  </a:xfrm>
                  <a:prstGeom prst="ellipse">
                    <a:avLst/>
                  </a:prstGeom>
                  <a:solidFill>
                    <a:srgbClr val="FC6B79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53752" tIns="26876" rIns="53752" bIns="26876" numCol="1" spcCol="0" rtlCol="0" fromWordArt="0" anchor="ctr" anchorCtr="0" forceAA="0" compatLnSpc="1">
                    <a:noAutofit/>
                  </a:bodyPr>
                  <a:lstStyle/>
                  <a:p>
                    <a:pPr algn="ctr"/>
                    <a:endParaRPr lang="zh-CN" altLang="en-US" sz="1060"/>
                  </a:p>
                </p:txBody>
              </p:sp>
              <p:sp>
                <p:nvSpPr>
                  <p:cNvPr id="157" name="椭圆 156">
                    <a:extLst>
                      <a:ext uri="{FF2B5EF4-FFF2-40B4-BE49-F238E27FC236}">
                        <a16:creationId xmlns:a16="http://schemas.microsoft.com/office/drawing/2014/main" id="{151D3C87-A052-C931-B572-27CB7A9ECC44}"/>
                      </a:ext>
                    </a:extLst>
                  </p:cNvPr>
                  <p:cNvSpPr/>
                  <p:nvPr/>
                </p:nvSpPr>
                <p:spPr>
                  <a:xfrm>
                    <a:off x="7893701" y="8240915"/>
                    <a:ext cx="172800" cy="172355"/>
                  </a:xfrm>
                  <a:prstGeom prst="ellipse">
                    <a:avLst/>
                  </a:prstGeom>
                  <a:solidFill>
                    <a:srgbClr val="FC6B79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53752" tIns="26876" rIns="53752" bIns="26876" numCol="1" spcCol="0" rtlCol="0" fromWordArt="0" anchor="ctr" anchorCtr="0" forceAA="0" compatLnSpc="1">
                    <a:noAutofit/>
                  </a:bodyPr>
                  <a:lstStyle/>
                  <a:p>
                    <a:pPr algn="ctr"/>
                    <a:endParaRPr lang="zh-CN" altLang="en-US" sz="1060"/>
                  </a:p>
                </p:txBody>
              </p:sp>
              <p:sp>
                <p:nvSpPr>
                  <p:cNvPr id="158" name="椭圆 157">
                    <a:extLst>
                      <a:ext uri="{FF2B5EF4-FFF2-40B4-BE49-F238E27FC236}">
                        <a16:creationId xmlns:a16="http://schemas.microsoft.com/office/drawing/2014/main" id="{024C9E77-6410-BDA8-EF8B-BE9B7BF8B150}"/>
                      </a:ext>
                    </a:extLst>
                  </p:cNvPr>
                  <p:cNvSpPr/>
                  <p:nvPr/>
                </p:nvSpPr>
                <p:spPr>
                  <a:xfrm>
                    <a:off x="7893711" y="8514799"/>
                    <a:ext cx="172800" cy="172355"/>
                  </a:xfrm>
                  <a:prstGeom prst="ellipse">
                    <a:avLst/>
                  </a:prstGeom>
                  <a:solidFill>
                    <a:srgbClr val="FC6B79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53752" tIns="26876" rIns="53752" bIns="26876" numCol="1" spcCol="0" rtlCol="0" fromWordArt="0" anchor="ctr" anchorCtr="0" forceAA="0" compatLnSpc="1">
                    <a:noAutofit/>
                  </a:bodyPr>
                  <a:lstStyle/>
                  <a:p>
                    <a:pPr algn="ctr"/>
                    <a:endParaRPr lang="zh-CN" altLang="en-US" sz="1060"/>
                  </a:p>
                </p:txBody>
              </p:sp>
              <p:sp>
                <p:nvSpPr>
                  <p:cNvPr id="159" name="椭圆 158">
                    <a:extLst>
                      <a:ext uri="{FF2B5EF4-FFF2-40B4-BE49-F238E27FC236}">
                        <a16:creationId xmlns:a16="http://schemas.microsoft.com/office/drawing/2014/main" id="{AA739696-BED8-D29E-4DB3-4A21CA49A291}"/>
                      </a:ext>
                    </a:extLst>
                  </p:cNvPr>
                  <p:cNvSpPr/>
                  <p:nvPr/>
                </p:nvSpPr>
                <p:spPr>
                  <a:xfrm>
                    <a:off x="7908488" y="8788748"/>
                    <a:ext cx="172800" cy="172355"/>
                  </a:xfrm>
                  <a:prstGeom prst="ellipse">
                    <a:avLst/>
                  </a:prstGeom>
                  <a:solidFill>
                    <a:srgbClr val="FC6B79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53752" tIns="26876" rIns="53752" bIns="26876" numCol="1" spcCol="0" rtlCol="0" fromWordArt="0" anchor="ctr" anchorCtr="0" forceAA="0" compatLnSpc="1">
                    <a:noAutofit/>
                  </a:bodyPr>
                  <a:lstStyle/>
                  <a:p>
                    <a:pPr algn="ctr"/>
                    <a:endParaRPr lang="zh-CN" altLang="en-US" sz="1060"/>
                  </a:p>
                </p:txBody>
              </p:sp>
              <p:sp>
                <p:nvSpPr>
                  <p:cNvPr id="160" name="矩形: 圆角 1701">
                    <a:extLst>
                      <a:ext uri="{FF2B5EF4-FFF2-40B4-BE49-F238E27FC236}">
                        <a16:creationId xmlns:a16="http://schemas.microsoft.com/office/drawing/2014/main" id="{D6032752-B72A-EBFD-E5A9-FBB9E1BF47F6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8472356" y="8181625"/>
                    <a:ext cx="172800" cy="172800"/>
                  </a:xfrm>
                  <a:prstGeom prst="roundRect">
                    <a:avLst/>
                  </a:prstGeom>
                  <a:solidFill>
                    <a:srgbClr val="66C1FF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53752" tIns="26876" rIns="53752" bIns="26876" numCol="1" spcCol="0" rtlCol="0" fromWordArt="0" anchor="ctr" anchorCtr="0" forceAA="0" compatLnSpc="1">
                    <a:noAutofit/>
                  </a:bodyPr>
                  <a:lstStyle/>
                  <a:p>
                    <a:pPr algn="ctr"/>
                    <a:endParaRPr lang="zh-CN" altLang="en-US" sz="1060"/>
                  </a:p>
                </p:txBody>
              </p:sp>
              <p:sp>
                <p:nvSpPr>
                  <p:cNvPr id="161" name="矩形: 圆角 1702">
                    <a:extLst>
                      <a:ext uri="{FF2B5EF4-FFF2-40B4-BE49-F238E27FC236}">
                        <a16:creationId xmlns:a16="http://schemas.microsoft.com/office/drawing/2014/main" id="{279AD3C7-12D2-E901-5558-4CD727CA7FC2}"/>
                      </a:ext>
                    </a:extLst>
                  </p:cNvPr>
                  <p:cNvSpPr/>
                  <p:nvPr/>
                </p:nvSpPr>
                <p:spPr>
                  <a:xfrm>
                    <a:off x="8471607" y="8573673"/>
                    <a:ext cx="173436" cy="173436"/>
                  </a:xfrm>
                  <a:prstGeom prst="roundRect">
                    <a:avLst/>
                  </a:prstGeom>
                  <a:solidFill>
                    <a:srgbClr val="66C1FF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53752" tIns="26876" rIns="53752" bIns="26876" numCol="1" spcCol="0" rtlCol="0" fromWordArt="0" anchor="ctr" anchorCtr="0" forceAA="0" compatLnSpc="1">
                    <a:noAutofit/>
                  </a:bodyPr>
                  <a:lstStyle/>
                  <a:p>
                    <a:pPr algn="ctr"/>
                    <a:endParaRPr lang="zh-CN" altLang="en-US" sz="1060"/>
                  </a:p>
                </p:txBody>
              </p:sp>
              <p:sp>
                <p:nvSpPr>
                  <p:cNvPr id="162" name="椭圆 161">
                    <a:extLst>
                      <a:ext uri="{FF2B5EF4-FFF2-40B4-BE49-F238E27FC236}">
                        <a16:creationId xmlns:a16="http://schemas.microsoft.com/office/drawing/2014/main" id="{4949D7F9-2DA4-2C98-CFF8-69A18EA1A71D}"/>
                      </a:ext>
                    </a:extLst>
                  </p:cNvPr>
                  <p:cNvSpPr/>
                  <p:nvPr/>
                </p:nvSpPr>
                <p:spPr>
                  <a:xfrm flipH="1">
                    <a:off x="7454636" y="8085594"/>
                    <a:ext cx="172800" cy="172355"/>
                  </a:xfrm>
                  <a:prstGeom prst="ellipse">
                    <a:avLst/>
                  </a:prstGeom>
                  <a:solidFill>
                    <a:srgbClr val="FFE08A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53752" tIns="26876" rIns="53752" bIns="26876" numCol="1" spcCol="0" rtlCol="0" fromWordArt="0" anchor="ctr" anchorCtr="0" forceAA="0" compatLnSpc="1">
                    <a:noAutofit/>
                  </a:bodyPr>
                  <a:lstStyle/>
                  <a:p>
                    <a:pPr algn="ctr"/>
                    <a:endParaRPr lang="zh-CN" altLang="en-US" sz="1060"/>
                  </a:p>
                </p:txBody>
              </p:sp>
              <p:sp>
                <p:nvSpPr>
                  <p:cNvPr id="163" name="椭圆 162">
                    <a:extLst>
                      <a:ext uri="{FF2B5EF4-FFF2-40B4-BE49-F238E27FC236}">
                        <a16:creationId xmlns:a16="http://schemas.microsoft.com/office/drawing/2014/main" id="{8B440931-469B-76CB-A272-D585A2FD1F4F}"/>
                      </a:ext>
                    </a:extLst>
                  </p:cNvPr>
                  <p:cNvSpPr/>
                  <p:nvPr/>
                </p:nvSpPr>
                <p:spPr>
                  <a:xfrm flipH="1">
                    <a:off x="7453737" y="8386374"/>
                    <a:ext cx="172800" cy="172355"/>
                  </a:xfrm>
                  <a:prstGeom prst="ellipse">
                    <a:avLst/>
                  </a:prstGeom>
                  <a:solidFill>
                    <a:srgbClr val="FFE08A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53752" tIns="26876" rIns="53752" bIns="26876" numCol="1" spcCol="0" rtlCol="0" fromWordArt="0" anchor="ctr" anchorCtr="0" forceAA="0" compatLnSpc="1">
                    <a:noAutofit/>
                  </a:bodyPr>
                  <a:lstStyle/>
                  <a:p>
                    <a:pPr algn="ctr"/>
                    <a:endParaRPr lang="zh-CN" altLang="en-US" sz="1060"/>
                  </a:p>
                </p:txBody>
              </p:sp>
              <p:sp>
                <p:nvSpPr>
                  <p:cNvPr id="164" name="椭圆 163">
                    <a:extLst>
                      <a:ext uri="{FF2B5EF4-FFF2-40B4-BE49-F238E27FC236}">
                        <a16:creationId xmlns:a16="http://schemas.microsoft.com/office/drawing/2014/main" id="{570AE79F-C4CA-4E14-3FE4-7A2BCAC432DD}"/>
                      </a:ext>
                    </a:extLst>
                  </p:cNvPr>
                  <p:cNvSpPr/>
                  <p:nvPr/>
                </p:nvSpPr>
                <p:spPr>
                  <a:xfrm flipH="1">
                    <a:off x="7454570" y="8687240"/>
                    <a:ext cx="172800" cy="172355"/>
                  </a:xfrm>
                  <a:prstGeom prst="ellipse">
                    <a:avLst/>
                  </a:prstGeom>
                  <a:solidFill>
                    <a:srgbClr val="FFE08A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53752" tIns="26876" rIns="53752" bIns="26876" numCol="1" spcCol="0" rtlCol="0" fromWordArt="0" anchor="ctr" anchorCtr="0" forceAA="0" compatLnSpc="1">
                    <a:noAutofit/>
                  </a:bodyPr>
                  <a:lstStyle/>
                  <a:p>
                    <a:pPr algn="ctr"/>
                    <a:endParaRPr lang="zh-CN" altLang="en-US" sz="1060"/>
                  </a:p>
                </p:txBody>
              </p:sp>
              <p:cxnSp>
                <p:nvCxnSpPr>
                  <p:cNvPr id="165" name="直接连接符 164">
                    <a:extLst>
                      <a:ext uri="{FF2B5EF4-FFF2-40B4-BE49-F238E27FC236}">
                        <a16:creationId xmlns:a16="http://schemas.microsoft.com/office/drawing/2014/main" id="{30D86304-9A49-2337-046B-F33E95FD6C68}"/>
                      </a:ext>
                    </a:extLst>
                  </p:cNvPr>
                  <p:cNvCxnSpPr>
                    <a:stCxn id="156" idx="2"/>
                    <a:endCxn id="162" idx="2"/>
                  </p:cNvCxnSpPr>
                  <p:nvPr/>
                </p:nvCxnSpPr>
                <p:spPr>
                  <a:xfrm flipH="1">
                    <a:off x="7627453" y="8053674"/>
                    <a:ext cx="265240" cy="118347"/>
                  </a:xfrm>
                  <a:prstGeom prst="line">
                    <a:avLst/>
                  </a:prstGeom>
                  <a:ln w="12700">
                    <a:solidFill>
                      <a:schemeClr val="bg1">
                        <a:lumMod val="50000"/>
                      </a:schemeClr>
                    </a:solidFill>
                  </a:ln>
                  <a:effectLst>
                    <a:softEdge rad="0"/>
                  </a:effectLst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66" name="直接连接符 165">
                    <a:extLst>
                      <a:ext uri="{FF2B5EF4-FFF2-40B4-BE49-F238E27FC236}">
                        <a16:creationId xmlns:a16="http://schemas.microsoft.com/office/drawing/2014/main" id="{1D27AE31-6667-49E8-653D-90C24E1DF500}"/>
                      </a:ext>
                    </a:extLst>
                  </p:cNvPr>
                  <p:cNvCxnSpPr>
                    <a:stCxn id="162" idx="2"/>
                    <a:endCxn id="157" idx="2"/>
                  </p:cNvCxnSpPr>
                  <p:nvPr/>
                </p:nvCxnSpPr>
                <p:spPr>
                  <a:xfrm>
                    <a:off x="7627436" y="8172052"/>
                    <a:ext cx="266181" cy="155365"/>
                  </a:xfrm>
                  <a:prstGeom prst="line">
                    <a:avLst/>
                  </a:prstGeom>
                  <a:ln w="12700">
                    <a:solidFill>
                      <a:schemeClr val="bg1">
                        <a:lumMod val="50000"/>
                      </a:schemeClr>
                    </a:solidFill>
                  </a:ln>
                  <a:effectLst>
                    <a:softEdge rad="0"/>
                  </a:effectLst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67" name="直接连接符 166">
                    <a:extLst>
                      <a:ext uri="{FF2B5EF4-FFF2-40B4-BE49-F238E27FC236}">
                        <a16:creationId xmlns:a16="http://schemas.microsoft.com/office/drawing/2014/main" id="{AE574B21-758D-4AA3-AF37-0E9CE485CAC0}"/>
                      </a:ext>
                    </a:extLst>
                  </p:cNvPr>
                  <p:cNvCxnSpPr>
                    <a:stCxn id="163" idx="2"/>
                    <a:endCxn id="157" idx="2"/>
                  </p:cNvCxnSpPr>
                  <p:nvPr/>
                </p:nvCxnSpPr>
                <p:spPr>
                  <a:xfrm flipV="1">
                    <a:off x="7626537" y="8327252"/>
                    <a:ext cx="267123" cy="145549"/>
                  </a:xfrm>
                  <a:prstGeom prst="line">
                    <a:avLst/>
                  </a:prstGeom>
                  <a:ln w="12700">
                    <a:solidFill>
                      <a:schemeClr val="bg1">
                        <a:lumMod val="50000"/>
                      </a:schemeClr>
                    </a:solidFill>
                  </a:ln>
                  <a:effectLst>
                    <a:softEdge rad="0"/>
                  </a:effectLst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68" name="直接连接符 167">
                    <a:extLst>
                      <a:ext uri="{FF2B5EF4-FFF2-40B4-BE49-F238E27FC236}">
                        <a16:creationId xmlns:a16="http://schemas.microsoft.com/office/drawing/2014/main" id="{98CB13B8-1041-1405-2F62-8119A1E6FB25}"/>
                      </a:ext>
                    </a:extLst>
                  </p:cNvPr>
                  <p:cNvCxnSpPr>
                    <a:stCxn id="164" idx="2"/>
                    <a:endCxn id="157" idx="2"/>
                  </p:cNvCxnSpPr>
                  <p:nvPr/>
                </p:nvCxnSpPr>
                <p:spPr>
                  <a:xfrm flipV="1">
                    <a:off x="7627370" y="8327203"/>
                    <a:ext cx="266181" cy="446183"/>
                  </a:xfrm>
                  <a:prstGeom prst="line">
                    <a:avLst/>
                  </a:prstGeom>
                  <a:ln w="12700">
                    <a:solidFill>
                      <a:schemeClr val="bg1">
                        <a:lumMod val="50000"/>
                      </a:schemeClr>
                    </a:solidFill>
                  </a:ln>
                  <a:effectLst>
                    <a:softEdge rad="0"/>
                  </a:effectLst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69" name="直接连接符 168">
                    <a:extLst>
                      <a:ext uri="{FF2B5EF4-FFF2-40B4-BE49-F238E27FC236}">
                        <a16:creationId xmlns:a16="http://schemas.microsoft.com/office/drawing/2014/main" id="{A2CB3C32-82E0-C29C-21ED-5A7526BDD95F}"/>
                      </a:ext>
                    </a:extLst>
                  </p:cNvPr>
                  <p:cNvCxnSpPr>
                    <a:stCxn id="164" idx="2"/>
                    <a:endCxn id="158" idx="2"/>
                  </p:cNvCxnSpPr>
                  <p:nvPr/>
                </p:nvCxnSpPr>
                <p:spPr>
                  <a:xfrm flipV="1">
                    <a:off x="7627370" y="8601194"/>
                    <a:ext cx="266181" cy="172191"/>
                  </a:xfrm>
                  <a:prstGeom prst="line">
                    <a:avLst/>
                  </a:prstGeom>
                  <a:ln w="12700">
                    <a:solidFill>
                      <a:schemeClr val="bg1">
                        <a:lumMod val="50000"/>
                      </a:schemeClr>
                    </a:solidFill>
                  </a:ln>
                  <a:effectLst>
                    <a:softEdge rad="0"/>
                  </a:effectLst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70" name="直接连接符 169">
                    <a:extLst>
                      <a:ext uri="{FF2B5EF4-FFF2-40B4-BE49-F238E27FC236}">
                        <a16:creationId xmlns:a16="http://schemas.microsoft.com/office/drawing/2014/main" id="{97C1530D-A4C4-5426-D85A-B49A9024AA2F}"/>
                      </a:ext>
                    </a:extLst>
                  </p:cNvPr>
                  <p:cNvCxnSpPr>
                    <a:stCxn id="164" idx="2"/>
                    <a:endCxn id="159" idx="2"/>
                  </p:cNvCxnSpPr>
                  <p:nvPr/>
                </p:nvCxnSpPr>
                <p:spPr>
                  <a:xfrm>
                    <a:off x="7627370" y="8773388"/>
                    <a:ext cx="281008" cy="101520"/>
                  </a:xfrm>
                  <a:prstGeom prst="line">
                    <a:avLst/>
                  </a:prstGeom>
                  <a:ln w="12700">
                    <a:solidFill>
                      <a:schemeClr val="bg1">
                        <a:lumMod val="50000"/>
                      </a:schemeClr>
                    </a:solidFill>
                  </a:ln>
                  <a:effectLst>
                    <a:softEdge rad="0"/>
                  </a:effectLst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71" name="直接连接符 170">
                    <a:extLst>
                      <a:ext uri="{FF2B5EF4-FFF2-40B4-BE49-F238E27FC236}">
                        <a16:creationId xmlns:a16="http://schemas.microsoft.com/office/drawing/2014/main" id="{554168B4-2E6E-F426-444C-4943C0D1FB05}"/>
                      </a:ext>
                    </a:extLst>
                  </p:cNvPr>
                  <p:cNvCxnSpPr>
                    <a:stCxn id="158" idx="2"/>
                    <a:endCxn id="162" idx="2"/>
                  </p:cNvCxnSpPr>
                  <p:nvPr/>
                </p:nvCxnSpPr>
                <p:spPr>
                  <a:xfrm flipH="1" flipV="1">
                    <a:off x="7627382" y="8171901"/>
                    <a:ext cx="266181" cy="429357"/>
                  </a:xfrm>
                  <a:prstGeom prst="line">
                    <a:avLst/>
                  </a:prstGeom>
                  <a:ln w="12700">
                    <a:solidFill>
                      <a:schemeClr val="bg1">
                        <a:lumMod val="50000"/>
                      </a:schemeClr>
                    </a:solidFill>
                  </a:ln>
                  <a:effectLst>
                    <a:softEdge rad="0"/>
                  </a:effectLst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72" name="直接连接符 171">
                    <a:extLst>
                      <a:ext uri="{FF2B5EF4-FFF2-40B4-BE49-F238E27FC236}">
                        <a16:creationId xmlns:a16="http://schemas.microsoft.com/office/drawing/2014/main" id="{B1A84789-22CC-802E-79BA-842322F9491C}"/>
                      </a:ext>
                    </a:extLst>
                  </p:cNvPr>
                  <p:cNvCxnSpPr>
                    <a:stCxn id="158" idx="2"/>
                    <a:endCxn id="163" idx="2"/>
                  </p:cNvCxnSpPr>
                  <p:nvPr/>
                </p:nvCxnSpPr>
                <p:spPr>
                  <a:xfrm flipH="1" flipV="1">
                    <a:off x="7626440" y="8472813"/>
                    <a:ext cx="267123" cy="128443"/>
                  </a:xfrm>
                  <a:prstGeom prst="line">
                    <a:avLst/>
                  </a:prstGeom>
                  <a:ln w="12700">
                    <a:solidFill>
                      <a:schemeClr val="bg1">
                        <a:lumMod val="50000"/>
                      </a:schemeClr>
                    </a:solidFill>
                  </a:ln>
                  <a:effectLst>
                    <a:softEdge rad="0"/>
                  </a:effectLst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73" name="直接连接符 172">
                    <a:extLst>
                      <a:ext uri="{FF2B5EF4-FFF2-40B4-BE49-F238E27FC236}">
                        <a16:creationId xmlns:a16="http://schemas.microsoft.com/office/drawing/2014/main" id="{F792876B-1E54-72D5-8FCC-55DA5AD4E7A9}"/>
                      </a:ext>
                    </a:extLst>
                  </p:cNvPr>
                  <p:cNvCxnSpPr>
                    <a:stCxn id="159" idx="2"/>
                    <a:endCxn id="162" idx="2"/>
                  </p:cNvCxnSpPr>
                  <p:nvPr/>
                </p:nvCxnSpPr>
                <p:spPr>
                  <a:xfrm flipH="1" flipV="1">
                    <a:off x="7627350" y="8171826"/>
                    <a:ext cx="281008" cy="703068"/>
                  </a:xfrm>
                  <a:prstGeom prst="line">
                    <a:avLst/>
                  </a:prstGeom>
                  <a:ln w="12700">
                    <a:solidFill>
                      <a:schemeClr val="bg1">
                        <a:lumMod val="50000"/>
                      </a:schemeClr>
                    </a:solidFill>
                  </a:ln>
                  <a:effectLst>
                    <a:softEdge rad="0"/>
                  </a:effectLst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74" name="直接连接符 173">
                    <a:extLst>
                      <a:ext uri="{FF2B5EF4-FFF2-40B4-BE49-F238E27FC236}">
                        <a16:creationId xmlns:a16="http://schemas.microsoft.com/office/drawing/2014/main" id="{D248A739-8C67-9EDF-C4B3-F74956F8D84A}"/>
                      </a:ext>
                    </a:extLst>
                  </p:cNvPr>
                  <p:cNvCxnSpPr>
                    <a:stCxn id="163" idx="2"/>
                    <a:endCxn id="156" idx="2"/>
                  </p:cNvCxnSpPr>
                  <p:nvPr/>
                </p:nvCxnSpPr>
                <p:spPr>
                  <a:xfrm flipV="1">
                    <a:off x="7626537" y="8053541"/>
                    <a:ext cx="266181" cy="419261"/>
                  </a:xfrm>
                  <a:prstGeom prst="line">
                    <a:avLst/>
                  </a:prstGeom>
                  <a:ln w="12700">
                    <a:solidFill>
                      <a:schemeClr val="bg1">
                        <a:lumMod val="50000"/>
                      </a:schemeClr>
                    </a:solidFill>
                  </a:ln>
                  <a:effectLst>
                    <a:softEdge rad="0"/>
                  </a:effectLst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75" name="直接连接符 174">
                    <a:extLst>
                      <a:ext uri="{FF2B5EF4-FFF2-40B4-BE49-F238E27FC236}">
                        <a16:creationId xmlns:a16="http://schemas.microsoft.com/office/drawing/2014/main" id="{E80A38B7-87C3-9431-2583-F4F82E400E0D}"/>
                      </a:ext>
                    </a:extLst>
                  </p:cNvPr>
                  <p:cNvCxnSpPr>
                    <a:stCxn id="164" idx="2"/>
                    <a:endCxn id="156" idx="2"/>
                  </p:cNvCxnSpPr>
                  <p:nvPr/>
                </p:nvCxnSpPr>
                <p:spPr>
                  <a:xfrm flipV="1">
                    <a:off x="7627370" y="8053492"/>
                    <a:ext cx="265240" cy="719895"/>
                  </a:xfrm>
                  <a:prstGeom prst="line">
                    <a:avLst/>
                  </a:prstGeom>
                  <a:ln w="12700">
                    <a:solidFill>
                      <a:schemeClr val="bg1">
                        <a:lumMod val="50000"/>
                      </a:schemeClr>
                    </a:solidFill>
                  </a:ln>
                  <a:effectLst>
                    <a:softEdge rad="0"/>
                  </a:effectLst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76" name="直接连接符 175">
                    <a:extLst>
                      <a:ext uri="{FF2B5EF4-FFF2-40B4-BE49-F238E27FC236}">
                        <a16:creationId xmlns:a16="http://schemas.microsoft.com/office/drawing/2014/main" id="{4240B7B2-07BB-D14B-D157-BBA001A9D3F3}"/>
                      </a:ext>
                    </a:extLst>
                  </p:cNvPr>
                  <p:cNvCxnSpPr>
                    <a:stCxn id="159" idx="2"/>
                    <a:endCxn id="163" idx="2"/>
                  </p:cNvCxnSpPr>
                  <p:nvPr/>
                </p:nvCxnSpPr>
                <p:spPr>
                  <a:xfrm flipH="1" flipV="1">
                    <a:off x="7626408" y="8472741"/>
                    <a:ext cx="281950" cy="402154"/>
                  </a:xfrm>
                  <a:prstGeom prst="line">
                    <a:avLst/>
                  </a:prstGeom>
                  <a:ln w="12700">
                    <a:solidFill>
                      <a:schemeClr val="bg1">
                        <a:lumMod val="50000"/>
                      </a:schemeClr>
                    </a:solidFill>
                  </a:ln>
                  <a:effectLst>
                    <a:softEdge rad="0"/>
                  </a:effectLst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148" name="直接连接符 147">
                  <a:extLst>
                    <a:ext uri="{FF2B5EF4-FFF2-40B4-BE49-F238E27FC236}">
                      <a16:creationId xmlns:a16="http://schemas.microsoft.com/office/drawing/2014/main" id="{47829CDB-F524-C635-3ACE-A202837E47E6}"/>
                    </a:ext>
                  </a:extLst>
                </p:cNvPr>
                <p:cNvCxnSpPr>
                  <a:stCxn id="156" idx="6"/>
                  <a:endCxn id="160" idx="1"/>
                </p:cNvCxnSpPr>
                <p:nvPr/>
              </p:nvCxnSpPr>
              <p:spPr>
                <a:xfrm>
                  <a:off x="6155" y="3704"/>
                  <a:ext cx="1473" cy="858"/>
                </a:xfrm>
                <a:prstGeom prst="line">
                  <a:avLst/>
                </a:prstGeom>
                <a:ln>
                  <a:solidFill>
                    <a:srgbClr val="7F7F7F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49" name="直接连接符 148">
                  <a:extLst>
                    <a:ext uri="{FF2B5EF4-FFF2-40B4-BE49-F238E27FC236}">
                      <a16:creationId xmlns:a16="http://schemas.microsoft.com/office/drawing/2014/main" id="{A78033C4-47F2-45B5-227C-3D7022C16C62}"/>
                    </a:ext>
                  </a:extLst>
                </p:cNvPr>
                <p:cNvCxnSpPr>
                  <a:stCxn id="156" idx="6"/>
                  <a:endCxn id="161" idx="1"/>
                </p:cNvCxnSpPr>
                <p:nvPr/>
              </p:nvCxnSpPr>
              <p:spPr>
                <a:xfrm>
                  <a:off x="6155" y="3704"/>
                  <a:ext cx="1470" cy="2427"/>
                </a:xfrm>
                <a:prstGeom prst="line">
                  <a:avLst/>
                </a:prstGeom>
                <a:ln>
                  <a:solidFill>
                    <a:srgbClr val="7F7F7F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50" name="直接连接符 149">
                  <a:extLst>
                    <a:ext uri="{FF2B5EF4-FFF2-40B4-BE49-F238E27FC236}">
                      <a16:creationId xmlns:a16="http://schemas.microsoft.com/office/drawing/2014/main" id="{BFB327BA-E8C8-B4D6-DC9D-666048CC3C13}"/>
                    </a:ext>
                  </a:extLst>
                </p:cNvPr>
                <p:cNvCxnSpPr>
                  <a:stCxn id="157" idx="6"/>
                  <a:endCxn id="160" idx="1"/>
                </p:cNvCxnSpPr>
                <p:nvPr/>
              </p:nvCxnSpPr>
              <p:spPr>
                <a:xfrm flipV="1">
                  <a:off x="6159" y="4562"/>
                  <a:ext cx="1469" cy="237"/>
                </a:xfrm>
                <a:prstGeom prst="line">
                  <a:avLst/>
                </a:prstGeom>
                <a:ln>
                  <a:solidFill>
                    <a:srgbClr val="7F7F7F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51" name="直接连接符 150">
                  <a:extLst>
                    <a:ext uri="{FF2B5EF4-FFF2-40B4-BE49-F238E27FC236}">
                      <a16:creationId xmlns:a16="http://schemas.microsoft.com/office/drawing/2014/main" id="{81FF4DDD-243E-EF66-EEA0-D6893B46177B}"/>
                    </a:ext>
                  </a:extLst>
                </p:cNvPr>
                <p:cNvCxnSpPr>
                  <a:stCxn id="157" idx="6"/>
                  <a:endCxn id="161" idx="1"/>
                </p:cNvCxnSpPr>
                <p:nvPr/>
              </p:nvCxnSpPr>
              <p:spPr>
                <a:xfrm>
                  <a:off x="6159" y="4799"/>
                  <a:ext cx="1466" cy="1332"/>
                </a:xfrm>
                <a:prstGeom prst="line">
                  <a:avLst/>
                </a:prstGeom>
                <a:ln>
                  <a:solidFill>
                    <a:srgbClr val="7F7F7F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52" name="直接连接符 151">
                  <a:extLst>
                    <a:ext uri="{FF2B5EF4-FFF2-40B4-BE49-F238E27FC236}">
                      <a16:creationId xmlns:a16="http://schemas.microsoft.com/office/drawing/2014/main" id="{D94354AE-F5CC-07F9-203B-18F94D3BD995}"/>
                    </a:ext>
                  </a:extLst>
                </p:cNvPr>
                <p:cNvCxnSpPr>
                  <a:stCxn id="158" idx="6"/>
                  <a:endCxn id="160" idx="1"/>
                </p:cNvCxnSpPr>
                <p:nvPr/>
              </p:nvCxnSpPr>
              <p:spPr>
                <a:xfrm flipV="1">
                  <a:off x="6159" y="4562"/>
                  <a:ext cx="1469" cy="1332"/>
                </a:xfrm>
                <a:prstGeom prst="line">
                  <a:avLst/>
                </a:prstGeom>
                <a:ln>
                  <a:solidFill>
                    <a:srgbClr val="7F7F7F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53" name="直接连接符 152">
                  <a:extLst>
                    <a:ext uri="{FF2B5EF4-FFF2-40B4-BE49-F238E27FC236}">
                      <a16:creationId xmlns:a16="http://schemas.microsoft.com/office/drawing/2014/main" id="{70ECC68F-F31F-FEAF-02F9-8F82A13C38A3}"/>
                    </a:ext>
                  </a:extLst>
                </p:cNvPr>
                <p:cNvCxnSpPr>
                  <a:stCxn id="158" idx="6"/>
                  <a:endCxn id="161" idx="1"/>
                </p:cNvCxnSpPr>
                <p:nvPr/>
              </p:nvCxnSpPr>
              <p:spPr>
                <a:xfrm>
                  <a:off x="6159" y="5894"/>
                  <a:ext cx="1466" cy="237"/>
                </a:xfrm>
                <a:prstGeom prst="line">
                  <a:avLst/>
                </a:prstGeom>
                <a:ln>
                  <a:solidFill>
                    <a:srgbClr val="7F7F7F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54" name="直接连接符 153">
                  <a:extLst>
                    <a:ext uri="{FF2B5EF4-FFF2-40B4-BE49-F238E27FC236}">
                      <a16:creationId xmlns:a16="http://schemas.microsoft.com/office/drawing/2014/main" id="{294B1F1B-061C-EDF7-F82D-5B662AFDC5D8}"/>
                    </a:ext>
                  </a:extLst>
                </p:cNvPr>
                <p:cNvCxnSpPr>
                  <a:stCxn id="159" idx="6"/>
                  <a:endCxn id="160" idx="1"/>
                </p:cNvCxnSpPr>
                <p:nvPr/>
              </p:nvCxnSpPr>
              <p:spPr>
                <a:xfrm flipV="1">
                  <a:off x="6212" y="4563"/>
                  <a:ext cx="1416" cy="2427"/>
                </a:xfrm>
                <a:prstGeom prst="line">
                  <a:avLst/>
                </a:prstGeom>
                <a:ln>
                  <a:solidFill>
                    <a:srgbClr val="7F7F7F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55" name="直接连接符 154">
                  <a:extLst>
                    <a:ext uri="{FF2B5EF4-FFF2-40B4-BE49-F238E27FC236}">
                      <a16:creationId xmlns:a16="http://schemas.microsoft.com/office/drawing/2014/main" id="{14340668-CE08-216E-2051-17ABECCC6D67}"/>
                    </a:ext>
                  </a:extLst>
                </p:cNvPr>
                <p:cNvCxnSpPr>
                  <a:stCxn id="159" idx="6"/>
                  <a:endCxn id="161" idx="1"/>
                </p:cNvCxnSpPr>
                <p:nvPr/>
              </p:nvCxnSpPr>
              <p:spPr>
                <a:xfrm flipV="1">
                  <a:off x="6212" y="6132"/>
                  <a:ext cx="1414" cy="858"/>
                </a:xfrm>
                <a:prstGeom prst="line">
                  <a:avLst/>
                </a:prstGeom>
                <a:ln>
                  <a:solidFill>
                    <a:srgbClr val="7F7F7F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46" name="文本框 145">
                <a:extLst>
                  <a:ext uri="{FF2B5EF4-FFF2-40B4-BE49-F238E27FC236}">
                    <a16:creationId xmlns:a16="http://schemas.microsoft.com/office/drawing/2014/main" id="{3449B427-0947-03DF-0CCF-70B2F7ED8CB5}"/>
                  </a:ext>
                </a:extLst>
              </p:cNvPr>
              <p:cNvSpPr txBox="1"/>
              <p:nvPr/>
            </p:nvSpPr>
            <p:spPr>
              <a:xfrm>
                <a:off x="8561" y="6080"/>
                <a:ext cx="657" cy="300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algn="l"/>
                <a:endParaRPr lang="zh-CN" altLang="en-US" sz="1000" dirty="0"/>
              </a:p>
            </p:txBody>
          </p:sp>
        </p:grpSp>
        <p:sp>
          <p:nvSpPr>
            <p:cNvPr id="228" name="矩形: 圆角 227">
              <a:extLst>
                <a:ext uri="{FF2B5EF4-FFF2-40B4-BE49-F238E27FC236}">
                  <a16:creationId xmlns:a16="http://schemas.microsoft.com/office/drawing/2014/main" id="{D89B3995-3378-CB74-DFC1-C473F62EA614}"/>
                </a:ext>
              </a:extLst>
            </p:cNvPr>
            <p:cNvSpPr/>
            <p:nvPr/>
          </p:nvSpPr>
          <p:spPr>
            <a:xfrm>
              <a:off x="395536" y="959243"/>
              <a:ext cx="674610" cy="4680522"/>
            </a:xfrm>
            <a:prstGeom prst="roundRect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4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环</a:t>
              </a:r>
              <a:endParaRPr lang="en-US" altLang="zh-CN" sz="2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pPr algn="ctr"/>
              <a:endParaRPr lang="en-US" altLang="zh-CN" sz="2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pPr algn="ctr"/>
              <a:r>
                <a:rPr lang="zh-CN" altLang="en-US" sz="24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境</a:t>
              </a:r>
            </a:p>
          </p:txBody>
        </p:sp>
        <p:sp>
          <p:nvSpPr>
            <p:cNvPr id="229" name="箭头: 右 228">
              <a:extLst>
                <a:ext uri="{FF2B5EF4-FFF2-40B4-BE49-F238E27FC236}">
                  <a16:creationId xmlns:a16="http://schemas.microsoft.com/office/drawing/2014/main" id="{55602D70-927F-FD96-A288-8A2A47237AD9}"/>
                </a:ext>
              </a:extLst>
            </p:cNvPr>
            <p:cNvSpPr/>
            <p:nvPr/>
          </p:nvSpPr>
          <p:spPr>
            <a:xfrm>
              <a:off x="1119988" y="1866157"/>
              <a:ext cx="1795828" cy="275979"/>
            </a:xfrm>
            <a:prstGeom prst="rightArrow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1" name="箭头: 右 230">
              <a:extLst>
                <a:ext uri="{FF2B5EF4-FFF2-40B4-BE49-F238E27FC236}">
                  <a16:creationId xmlns:a16="http://schemas.microsoft.com/office/drawing/2014/main" id="{A6DEBB98-C90A-68D8-3227-829AA284437F}"/>
                </a:ext>
              </a:extLst>
            </p:cNvPr>
            <p:cNvSpPr/>
            <p:nvPr/>
          </p:nvSpPr>
          <p:spPr>
            <a:xfrm rot="10800000">
              <a:off x="1119987" y="4287880"/>
              <a:ext cx="1730605" cy="275979"/>
            </a:xfrm>
            <a:prstGeom prst="rightArrow">
              <a:avLst/>
            </a:prstGeom>
            <a:solidFill>
              <a:srgbClr val="A4C19E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2" name="文本框 231">
              <a:extLst>
                <a:ext uri="{FF2B5EF4-FFF2-40B4-BE49-F238E27FC236}">
                  <a16:creationId xmlns:a16="http://schemas.microsoft.com/office/drawing/2014/main" id="{1DA1CCB6-9445-8506-E159-F3699F12B4C1}"/>
                </a:ext>
              </a:extLst>
            </p:cNvPr>
            <p:cNvSpPr txBox="1"/>
            <p:nvPr/>
          </p:nvSpPr>
          <p:spPr>
            <a:xfrm>
              <a:off x="1691680" y="2203197"/>
              <a:ext cx="1061890" cy="3669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/>
                <a:t>观察</a:t>
              </a:r>
            </a:p>
          </p:txBody>
        </p:sp>
        <p:sp>
          <p:nvSpPr>
            <p:cNvPr id="233" name="文本框 232">
              <a:extLst>
                <a:ext uri="{FF2B5EF4-FFF2-40B4-BE49-F238E27FC236}">
                  <a16:creationId xmlns:a16="http://schemas.microsoft.com/office/drawing/2014/main" id="{1B93A691-888C-4786-FCF4-D139CB36ECDC}"/>
                </a:ext>
              </a:extLst>
            </p:cNvPr>
            <p:cNvSpPr txBox="1"/>
            <p:nvPr/>
          </p:nvSpPr>
          <p:spPr>
            <a:xfrm>
              <a:off x="1739298" y="4668480"/>
              <a:ext cx="1061890" cy="3669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/>
                <a:t>动作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045376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585BD35C-2F3E-548A-0FBD-03466873C65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76" t="10756" r="1176" b="10731"/>
          <a:stretch>
            <a:fillRect/>
          </a:stretch>
        </p:blipFill>
        <p:spPr bwMode="auto">
          <a:xfrm>
            <a:off x="107504" y="1052737"/>
            <a:ext cx="8928992" cy="47525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786131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768CDFDC-CBBE-D29D-D0C9-CB1DB8EBBC2F}"/>
              </a:ext>
            </a:extLst>
          </p:cNvPr>
          <p:cNvGrpSpPr/>
          <p:nvPr/>
        </p:nvGrpSpPr>
        <p:grpSpPr>
          <a:xfrm>
            <a:off x="547497" y="1340768"/>
            <a:ext cx="8596503" cy="3628487"/>
            <a:chOff x="547497" y="1340768"/>
            <a:chExt cx="8596503" cy="3628487"/>
          </a:xfrm>
        </p:grpSpPr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B02DCFA0-0430-6701-06F7-C4809D430269}"/>
                </a:ext>
              </a:extLst>
            </p:cNvPr>
            <p:cNvGrpSpPr/>
            <p:nvPr/>
          </p:nvGrpSpPr>
          <p:grpSpPr>
            <a:xfrm>
              <a:off x="547497" y="1340768"/>
              <a:ext cx="8596503" cy="3384376"/>
              <a:chOff x="107504" y="1085799"/>
              <a:chExt cx="8049005" cy="2919265"/>
            </a:xfrm>
          </p:grpSpPr>
          <p:pic>
            <p:nvPicPr>
              <p:cNvPr id="2050" name="Picture 2">
                <a:extLst>
                  <a:ext uri="{FF2B5EF4-FFF2-40B4-BE49-F238E27FC236}">
                    <a16:creationId xmlns:a16="http://schemas.microsoft.com/office/drawing/2014/main" id="{E3FCD8FD-8242-5D20-4F7F-A7DA1551B98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3775" t="50013" r="25588" b="4940"/>
              <a:stretch>
                <a:fillRect/>
              </a:stretch>
            </p:blipFill>
            <p:spPr bwMode="auto">
              <a:xfrm>
                <a:off x="107504" y="1229816"/>
                <a:ext cx="5544616" cy="277524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2052" name="Picture 4">
                <a:extLst>
                  <a:ext uri="{FF2B5EF4-FFF2-40B4-BE49-F238E27FC236}">
                    <a16:creationId xmlns:a16="http://schemas.microsoft.com/office/drawing/2014/main" id="{593E332A-8F70-DBAC-B4BF-1E3C5BA54C2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4685" t="49065" r="562" b="9798"/>
              <a:stretch>
                <a:fillRect/>
              </a:stretch>
            </p:blipFill>
            <p:spPr bwMode="auto">
              <a:xfrm>
                <a:off x="5652120" y="1085799"/>
                <a:ext cx="2504389" cy="270324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C1F7AC66-4CEF-CE8C-1D15-CCA9BC6DFCB5}"/>
                </a:ext>
              </a:extLst>
            </p:cNvPr>
            <p:cNvSpPr txBox="1"/>
            <p:nvPr/>
          </p:nvSpPr>
          <p:spPr>
            <a:xfrm>
              <a:off x="755576" y="4599923"/>
              <a:ext cx="9361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/>
                <a:t>输入</a:t>
              </a:r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3F46CEF2-E404-1937-7849-CC8FAEA3E590}"/>
                </a:ext>
              </a:extLst>
            </p:cNvPr>
            <p:cNvSpPr txBox="1"/>
            <p:nvPr/>
          </p:nvSpPr>
          <p:spPr>
            <a:xfrm>
              <a:off x="2483768" y="4599923"/>
              <a:ext cx="115212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/>
                <a:t>隐藏层</a:t>
              </a:r>
              <a:r>
                <a:rPr lang="en-US" altLang="zh-CN" dirty="0"/>
                <a:t>1</a:t>
              </a:r>
              <a:endParaRPr lang="zh-CN" altLang="en-US" dirty="0"/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92CD2499-B8E7-63A1-6BF8-EC1D2FD864E8}"/>
                </a:ext>
              </a:extLst>
            </p:cNvPr>
            <p:cNvSpPr txBox="1"/>
            <p:nvPr/>
          </p:nvSpPr>
          <p:spPr>
            <a:xfrm>
              <a:off x="4139952" y="4599923"/>
              <a:ext cx="115212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/>
                <a:t>隐藏层</a:t>
              </a:r>
              <a:r>
                <a:rPr lang="en-US" altLang="zh-CN" dirty="0"/>
                <a:t>2</a:t>
              </a:r>
              <a:endParaRPr lang="zh-CN" altLang="en-US" dirty="0"/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3815C635-8757-9440-F2DE-43408101F431}"/>
                </a:ext>
              </a:extLst>
            </p:cNvPr>
            <p:cNvSpPr txBox="1"/>
            <p:nvPr/>
          </p:nvSpPr>
          <p:spPr>
            <a:xfrm>
              <a:off x="5724128" y="4599923"/>
              <a:ext cx="115212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/>
                <a:t>隐藏层</a:t>
              </a:r>
              <a:r>
                <a:rPr lang="en-US" altLang="zh-CN" dirty="0"/>
                <a:t>N</a:t>
              </a:r>
              <a:endParaRPr lang="zh-CN" altLang="en-US" dirty="0"/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959C36DD-0396-49DE-2C5C-943F4F86A20D}"/>
                </a:ext>
              </a:extLst>
            </p:cNvPr>
            <p:cNvSpPr txBox="1"/>
            <p:nvPr/>
          </p:nvSpPr>
          <p:spPr>
            <a:xfrm>
              <a:off x="7884368" y="4599923"/>
              <a:ext cx="115212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/>
                <a:t>输出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952851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7" name="组合 156">
            <a:extLst>
              <a:ext uri="{FF2B5EF4-FFF2-40B4-BE49-F238E27FC236}">
                <a16:creationId xmlns:a16="http://schemas.microsoft.com/office/drawing/2014/main" id="{97BBCD2B-0424-A918-AB47-C418A5CF789D}"/>
              </a:ext>
            </a:extLst>
          </p:cNvPr>
          <p:cNvGrpSpPr/>
          <p:nvPr/>
        </p:nvGrpSpPr>
        <p:grpSpPr>
          <a:xfrm>
            <a:off x="1691680" y="1318578"/>
            <a:ext cx="3816424" cy="2570668"/>
            <a:chOff x="1691680" y="1318578"/>
            <a:chExt cx="3816424" cy="2570668"/>
          </a:xfrm>
        </p:grpSpPr>
        <p:sp>
          <p:nvSpPr>
            <p:cNvPr id="50" name="任意多边形: 形状 49">
              <a:extLst>
                <a:ext uri="{FF2B5EF4-FFF2-40B4-BE49-F238E27FC236}">
                  <a16:creationId xmlns:a16="http://schemas.microsoft.com/office/drawing/2014/main" id="{DDD2544A-A878-327A-8EC3-D5A90F782B59}"/>
                </a:ext>
              </a:extLst>
            </p:cNvPr>
            <p:cNvSpPr/>
            <p:nvPr>
              <p:custDataLst>
                <p:tags r:id="rId1"/>
              </p:custDataLst>
            </p:nvPr>
          </p:nvSpPr>
          <p:spPr>
            <a:xfrm flipV="1">
              <a:off x="1719770" y="1430804"/>
              <a:ext cx="3348611" cy="1441714"/>
            </a:xfrm>
            <a:custGeom>
              <a:avLst/>
              <a:gdLst>
                <a:gd name="connsiteX0" fmla="*/ 0 w 6692778"/>
                <a:gd name="connsiteY0" fmla="*/ 0 h 1104900"/>
                <a:gd name="connsiteX1" fmla="*/ 6692778 w 6692778"/>
                <a:gd name="connsiteY1" fmla="*/ 0 h 1104900"/>
                <a:gd name="connsiteX2" fmla="*/ 6692778 w 6692778"/>
                <a:gd name="connsiteY2" fmla="*/ 30175 h 1104900"/>
                <a:gd name="connsiteX3" fmla="*/ 6680107 w 6692778"/>
                <a:gd name="connsiteY3" fmla="*/ 112970 h 1104900"/>
                <a:gd name="connsiteX4" fmla="*/ 3348698 w 6692778"/>
                <a:gd name="connsiteY4" fmla="*/ 1104900 h 1104900"/>
                <a:gd name="connsiteX5" fmla="*/ 0 w 6692778"/>
                <a:gd name="connsiteY5" fmla="*/ 0 h 1104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692778" h="1104900">
                  <a:moveTo>
                    <a:pt x="0" y="0"/>
                  </a:moveTo>
                  <a:lnTo>
                    <a:pt x="6692778" y="0"/>
                  </a:lnTo>
                  <a:lnTo>
                    <a:pt x="6692778" y="30175"/>
                  </a:lnTo>
                  <a:lnTo>
                    <a:pt x="6680107" y="112970"/>
                  </a:lnTo>
                  <a:cubicBezTo>
                    <a:pt x="6508620" y="670122"/>
                    <a:pt x="5082544" y="1104900"/>
                    <a:pt x="3348698" y="1104900"/>
                  </a:cubicBezTo>
                  <a:cubicBezTo>
                    <a:pt x="1499263" y="1104900"/>
                    <a:pt x="0" y="610219"/>
                    <a:pt x="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00" dirty="0"/>
            </a:p>
          </p:txBody>
        </p:sp>
        <p:sp>
          <p:nvSpPr>
            <p:cNvPr id="51" name="椭圆 50">
              <a:extLst>
                <a:ext uri="{FF2B5EF4-FFF2-40B4-BE49-F238E27FC236}">
                  <a16:creationId xmlns:a16="http://schemas.microsoft.com/office/drawing/2014/main" id="{A3770FB9-88C7-B5F3-1A56-131F2D9E3352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>
              <a:off x="1691680" y="2248435"/>
              <a:ext cx="3816424" cy="1640811"/>
            </a:xfrm>
            <a:prstGeom prst="ellipse">
              <a:avLst/>
            </a:prstGeom>
            <a:solidFill>
              <a:srgbClr val="C4D9D0"/>
            </a:solidFill>
            <a:effectLst>
              <a:outerShdw blurRad="50800" dist="38100" dir="4200000" algn="tl" rotWithShape="0">
                <a:prstClr val="black">
                  <a:alpha val="40000"/>
                </a:prstClr>
              </a:outerShdw>
            </a:effectLst>
          </p:spPr>
          <p:style>
            <a:lnRef idx="0">
              <a:srgbClr val="FFFFFF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"/>
            </a:p>
          </p:txBody>
        </p:sp>
        <p:cxnSp>
          <p:nvCxnSpPr>
            <p:cNvPr id="52" name="直接箭头连接符 51">
              <a:extLst>
                <a:ext uri="{FF2B5EF4-FFF2-40B4-BE49-F238E27FC236}">
                  <a16:creationId xmlns:a16="http://schemas.microsoft.com/office/drawing/2014/main" id="{4501E303-CD17-7A7D-B24F-278F94BC5EF6}"/>
                </a:ext>
              </a:extLst>
            </p:cNvPr>
            <p:cNvCxnSpPr/>
            <p:nvPr>
              <p:custDataLst>
                <p:tags r:id="rId3"/>
              </p:custDataLst>
            </p:nvPr>
          </p:nvCxnSpPr>
          <p:spPr>
            <a:xfrm flipH="1" flipV="1">
              <a:off x="2454946" y="1557254"/>
              <a:ext cx="13398" cy="86131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接箭头连接符 52">
              <a:extLst>
                <a:ext uri="{FF2B5EF4-FFF2-40B4-BE49-F238E27FC236}">
                  <a16:creationId xmlns:a16="http://schemas.microsoft.com/office/drawing/2014/main" id="{B947F7E6-FE50-4B3E-6605-87F801EF324A}"/>
                </a:ext>
              </a:extLst>
            </p:cNvPr>
            <p:cNvCxnSpPr/>
            <p:nvPr>
              <p:custDataLst>
                <p:tags r:id="rId4"/>
              </p:custDataLst>
            </p:nvPr>
          </p:nvCxnSpPr>
          <p:spPr>
            <a:xfrm flipV="1">
              <a:off x="2466461" y="2418568"/>
              <a:ext cx="2279149" cy="90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接箭头连接符 53">
              <a:extLst>
                <a:ext uri="{FF2B5EF4-FFF2-40B4-BE49-F238E27FC236}">
                  <a16:creationId xmlns:a16="http://schemas.microsoft.com/office/drawing/2014/main" id="{1DE0EA96-8F49-51FE-A0BE-33EDC7446B04}"/>
                </a:ext>
              </a:extLst>
            </p:cNvPr>
            <p:cNvCxnSpPr/>
            <p:nvPr>
              <p:custDataLst>
                <p:tags r:id="rId5"/>
              </p:custDataLst>
            </p:nvPr>
          </p:nvCxnSpPr>
          <p:spPr>
            <a:xfrm flipH="1">
              <a:off x="1879439" y="2418568"/>
              <a:ext cx="589669" cy="536782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文本框 54">
              <a:extLst>
                <a:ext uri="{FF2B5EF4-FFF2-40B4-BE49-F238E27FC236}">
                  <a16:creationId xmlns:a16="http://schemas.microsoft.com/office/drawing/2014/main" id="{E91656D9-5F82-DD60-7806-D4FBAEF979D5}"/>
                </a:ext>
              </a:extLst>
            </p:cNvPr>
            <p:cNvSpPr txBox="1"/>
            <p:nvPr>
              <p:custDataLst>
                <p:tags r:id="rId6"/>
              </p:custDataLst>
            </p:nvPr>
          </p:nvSpPr>
          <p:spPr>
            <a:xfrm>
              <a:off x="2271223" y="1614406"/>
              <a:ext cx="164895" cy="1997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50" b="1" i="1" dirty="0">
                  <a:latin typeface="Arial" panose="020B0604020202020204" pitchFamily="34" charset="0"/>
                  <a:cs typeface="Arial" panose="020B0604020202020204" pitchFamily="34" charset="0"/>
                </a:rPr>
                <a:t>z</a:t>
              </a:r>
              <a:endParaRPr lang="zh-CN" altLang="en-US" sz="1050" b="1" i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6" name="文本框 55">
              <a:extLst>
                <a:ext uri="{FF2B5EF4-FFF2-40B4-BE49-F238E27FC236}">
                  <a16:creationId xmlns:a16="http://schemas.microsoft.com/office/drawing/2014/main" id="{FF5B00FC-4D8C-3935-3AFC-5BC9F66AA4A4}"/>
                </a:ext>
              </a:extLst>
            </p:cNvPr>
            <p:cNvSpPr txBox="1"/>
            <p:nvPr>
              <p:custDataLst>
                <p:tags r:id="rId7"/>
              </p:custDataLst>
            </p:nvPr>
          </p:nvSpPr>
          <p:spPr>
            <a:xfrm>
              <a:off x="1932065" y="2872238"/>
              <a:ext cx="164895" cy="1997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50" b="1" i="1" dirty="0">
                  <a:latin typeface="Arial" panose="020B0604020202020204" pitchFamily="34" charset="0"/>
                  <a:cs typeface="Arial" panose="020B0604020202020204" pitchFamily="34" charset="0"/>
                </a:rPr>
                <a:t>x</a:t>
              </a:r>
              <a:endParaRPr lang="zh-CN" altLang="en-US" sz="1050" b="1" i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7" name="文本框 56">
              <a:extLst>
                <a:ext uri="{FF2B5EF4-FFF2-40B4-BE49-F238E27FC236}">
                  <a16:creationId xmlns:a16="http://schemas.microsoft.com/office/drawing/2014/main" id="{67526D56-D4B7-DA82-C793-7D5FA41AC947}"/>
                </a:ext>
              </a:extLst>
            </p:cNvPr>
            <p:cNvSpPr txBox="1"/>
            <p:nvPr>
              <p:custDataLst>
                <p:tags r:id="rId8"/>
              </p:custDataLst>
            </p:nvPr>
          </p:nvSpPr>
          <p:spPr>
            <a:xfrm>
              <a:off x="4745179" y="2300309"/>
              <a:ext cx="164895" cy="1997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50" b="1" i="1" dirty="0">
                  <a:latin typeface="Arial" panose="020B0604020202020204" pitchFamily="34" charset="0"/>
                  <a:cs typeface="Arial" panose="020B0604020202020204" pitchFamily="34" charset="0"/>
                </a:rPr>
                <a:t>y</a:t>
              </a:r>
              <a:endParaRPr lang="zh-CN" altLang="en-US" sz="1050" b="1" i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58" name="图片 57">
              <a:extLst>
                <a:ext uri="{FF2B5EF4-FFF2-40B4-BE49-F238E27FC236}">
                  <a16:creationId xmlns:a16="http://schemas.microsoft.com/office/drawing/2014/main" id="{A8A84D2C-155B-E917-B0DA-E14B89D1AB00}"/>
                </a:ext>
              </a:extLst>
            </p:cNvPr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4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28570" y="2640045"/>
              <a:ext cx="254438" cy="314556"/>
            </a:xfrm>
            <a:prstGeom prst="rect">
              <a:avLst/>
            </a:prstGeom>
          </p:spPr>
        </p:pic>
        <p:pic>
          <p:nvPicPr>
            <p:cNvPr id="59" name="图片 58">
              <a:extLst>
                <a:ext uri="{FF2B5EF4-FFF2-40B4-BE49-F238E27FC236}">
                  <a16:creationId xmlns:a16="http://schemas.microsoft.com/office/drawing/2014/main" id="{F6EBF3C2-48F8-07BC-978F-0D02D515A2B7}"/>
                </a:ext>
              </a:extLst>
            </p:cNvPr>
            <p:cNvPicPr>
              <a:picLocks noChangeAspect="1"/>
            </p:cNvPicPr>
            <p:nvPr>
              <p:custDataLst>
                <p:tags r:id="rId10"/>
              </p:custDataLst>
            </p:nvPr>
          </p:nvPicPr>
          <p:blipFill>
            <a:blip r:embed="rId49"/>
            <a:stretch>
              <a:fillRect/>
            </a:stretch>
          </p:blipFill>
          <p:spPr>
            <a:xfrm>
              <a:off x="4511672" y="2954903"/>
              <a:ext cx="305111" cy="390000"/>
            </a:xfrm>
            <a:prstGeom prst="rect">
              <a:avLst/>
            </a:prstGeom>
          </p:spPr>
        </p:pic>
        <p:pic>
          <p:nvPicPr>
            <p:cNvPr id="60" name="图片 59">
              <a:extLst>
                <a:ext uri="{FF2B5EF4-FFF2-40B4-BE49-F238E27FC236}">
                  <a16:creationId xmlns:a16="http://schemas.microsoft.com/office/drawing/2014/main" id="{07718488-053F-A823-2260-681C0717EE38}"/>
                </a:ext>
              </a:extLst>
            </p:cNvPr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50"/>
            <a:stretch>
              <a:fillRect/>
            </a:stretch>
          </p:blipFill>
          <p:spPr>
            <a:xfrm>
              <a:off x="2900440" y="2344279"/>
              <a:ext cx="208534" cy="257805"/>
            </a:xfrm>
            <a:prstGeom prst="rect">
              <a:avLst/>
            </a:prstGeom>
          </p:spPr>
        </p:pic>
        <p:cxnSp>
          <p:nvCxnSpPr>
            <p:cNvPr id="61" name="曲线连接符 36">
              <a:extLst>
                <a:ext uri="{FF2B5EF4-FFF2-40B4-BE49-F238E27FC236}">
                  <a16:creationId xmlns:a16="http://schemas.microsoft.com/office/drawing/2014/main" id="{E6CD6FE2-BA19-BDAE-AB4C-64C165D83596}"/>
                </a:ext>
              </a:extLst>
            </p:cNvPr>
            <p:cNvCxnSpPr/>
            <p:nvPr>
              <p:custDataLst>
                <p:tags r:id="rId12"/>
              </p:custDataLst>
            </p:nvPr>
          </p:nvCxnSpPr>
          <p:spPr>
            <a:xfrm rot="5400000" flipV="1">
              <a:off x="2351054" y="1774623"/>
              <a:ext cx="416100" cy="208279"/>
            </a:xfrm>
            <a:prstGeom prst="curvedConnector3">
              <a:avLst>
                <a:gd name="adj1" fmla="val 50060"/>
              </a:avLst>
            </a:prstGeom>
            <a:ln>
              <a:solidFill>
                <a:srgbClr val="7B6993"/>
              </a:solidFill>
              <a:headEnd type="oval" w="med" len="med"/>
              <a:tailEnd type="triangle" w="med" len="med"/>
            </a:ln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62" name="曲线连接符 37">
              <a:extLst>
                <a:ext uri="{FF2B5EF4-FFF2-40B4-BE49-F238E27FC236}">
                  <a16:creationId xmlns:a16="http://schemas.microsoft.com/office/drawing/2014/main" id="{01DEF969-8A4D-DCA5-9307-C1B7215A6A7D}"/>
                </a:ext>
              </a:extLst>
            </p:cNvPr>
            <p:cNvCxnSpPr/>
            <p:nvPr>
              <p:custDataLst>
                <p:tags r:id="rId13"/>
              </p:custDataLst>
            </p:nvPr>
          </p:nvCxnSpPr>
          <p:spPr>
            <a:xfrm>
              <a:off x="2454965" y="1671214"/>
              <a:ext cx="1427099" cy="227877"/>
            </a:xfrm>
            <a:prstGeom prst="curvedConnector3">
              <a:avLst>
                <a:gd name="adj1" fmla="val 50014"/>
              </a:avLst>
            </a:prstGeom>
            <a:ln>
              <a:solidFill>
                <a:srgbClr val="7B6993"/>
              </a:solidFill>
              <a:headEnd type="oval" w="med" len="med"/>
              <a:tailEnd type="triangle" w="med" len="med"/>
            </a:ln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63" name="直接箭头连接符 62">
              <a:extLst>
                <a:ext uri="{FF2B5EF4-FFF2-40B4-BE49-F238E27FC236}">
                  <a16:creationId xmlns:a16="http://schemas.microsoft.com/office/drawing/2014/main" id="{4DE031DD-43FB-1AE3-C6B7-978B38C157DF}"/>
                </a:ext>
              </a:extLst>
            </p:cNvPr>
            <p:cNvCxnSpPr/>
            <p:nvPr>
              <p:custDataLst>
                <p:tags r:id="rId14"/>
              </p:custDataLst>
            </p:nvPr>
          </p:nvCxnSpPr>
          <p:spPr>
            <a:xfrm>
              <a:off x="3015350" y="1543598"/>
              <a:ext cx="130327" cy="184209"/>
            </a:xfrm>
            <a:prstGeom prst="straightConnector1">
              <a:avLst/>
            </a:prstGeom>
            <a:ln w="6350" cap="flat" cmpd="sng" algn="ctr">
              <a:solidFill>
                <a:schemeClr val="tx1"/>
              </a:solidFill>
              <a:prstDash val="dash"/>
              <a:miter lim="800000"/>
              <a:tailEnd type="triangle" w="med" len="med"/>
            </a:ln>
          </p:spPr>
          <p:style>
            <a:lnRef idx="0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64" name="文本框 63">
              <a:extLst>
                <a:ext uri="{FF2B5EF4-FFF2-40B4-BE49-F238E27FC236}">
                  <a16:creationId xmlns:a16="http://schemas.microsoft.com/office/drawing/2014/main" id="{48AA4EBA-4970-B08E-2FE5-DF40627C1A49}"/>
                </a:ext>
              </a:extLst>
            </p:cNvPr>
            <p:cNvSpPr txBox="1"/>
            <p:nvPr>
              <p:custDataLst>
                <p:tags r:id="rId15"/>
              </p:custDataLst>
            </p:nvPr>
          </p:nvSpPr>
          <p:spPr>
            <a:xfrm>
              <a:off x="2620906" y="1345256"/>
              <a:ext cx="665816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800" dirty="0">
                  <a:latin typeface="宋体" panose="02010600030101010101" pitchFamily="2" charset="-122"/>
                  <a:ea typeface="宋体" panose="02010600030101010101" pitchFamily="2" charset="-122"/>
                </a:rPr>
                <a:t>飞行轨迹</a:t>
              </a:r>
            </a:p>
          </p:txBody>
        </p:sp>
        <p:sp>
          <p:nvSpPr>
            <p:cNvPr id="65" name="文本框 64">
              <a:extLst>
                <a:ext uri="{FF2B5EF4-FFF2-40B4-BE49-F238E27FC236}">
                  <a16:creationId xmlns:a16="http://schemas.microsoft.com/office/drawing/2014/main" id="{7620A204-B7DC-1F70-F220-A804384F9E2B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2573517" y="3297972"/>
              <a:ext cx="352005" cy="5267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800" dirty="0">
                  <a:latin typeface="宋体" panose="02010600030101010101" pitchFamily="2" charset="-122"/>
                  <a:ea typeface="宋体" panose="02010600030101010101" pitchFamily="2" charset="-122"/>
                </a:rPr>
                <a:t>目标</a:t>
              </a:r>
            </a:p>
          </p:txBody>
        </p:sp>
        <p:sp>
          <p:nvSpPr>
            <p:cNvPr id="66" name="文本框 65">
              <a:extLst>
                <a:ext uri="{FF2B5EF4-FFF2-40B4-BE49-F238E27FC236}">
                  <a16:creationId xmlns:a16="http://schemas.microsoft.com/office/drawing/2014/main" id="{B61EB585-B8E8-D471-600E-0CF84738CCDA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3975342" y="3083397"/>
              <a:ext cx="304502" cy="5267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800" dirty="0">
                  <a:latin typeface="宋体" panose="02010600030101010101" pitchFamily="2" charset="-122"/>
                  <a:ea typeface="宋体" panose="02010600030101010101" pitchFamily="2" charset="-122"/>
                </a:rPr>
                <a:t>目标</a:t>
              </a:r>
            </a:p>
          </p:txBody>
        </p:sp>
        <p:sp>
          <p:nvSpPr>
            <p:cNvPr id="67" name="文本框 66">
              <a:extLst>
                <a:ext uri="{FF2B5EF4-FFF2-40B4-BE49-F238E27FC236}">
                  <a16:creationId xmlns:a16="http://schemas.microsoft.com/office/drawing/2014/main" id="{33AE7994-3016-43F7-50C0-D82C0729B796}"/>
                </a:ext>
              </a:extLst>
            </p:cNvPr>
            <p:cNvSpPr txBox="1"/>
            <p:nvPr>
              <p:custDataLst>
                <p:tags r:id="rId18"/>
              </p:custDataLst>
            </p:nvPr>
          </p:nvSpPr>
          <p:spPr>
            <a:xfrm>
              <a:off x="3265752" y="3141119"/>
              <a:ext cx="416863" cy="5267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800" dirty="0">
                  <a:latin typeface="宋体" panose="02010600030101010101" pitchFamily="2" charset="-122"/>
                  <a:ea typeface="宋体" panose="02010600030101010101" pitchFamily="2" charset="-122"/>
                </a:rPr>
                <a:t>基站</a:t>
              </a:r>
            </a:p>
          </p:txBody>
        </p:sp>
        <p:sp>
          <p:nvSpPr>
            <p:cNvPr id="68" name="文本框 67">
              <a:extLst>
                <a:ext uri="{FF2B5EF4-FFF2-40B4-BE49-F238E27FC236}">
                  <a16:creationId xmlns:a16="http://schemas.microsoft.com/office/drawing/2014/main" id="{CFF40CB1-30CE-3C23-4A8E-22AF1955F6A1}"/>
                </a:ext>
              </a:extLst>
            </p:cNvPr>
            <p:cNvSpPr txBox="1"/>
            <p:nvPr>
              <p:custDataLst>
                <p:tags r:id="rId19"/>
              </p:custDataLst>
            </p:nvPr>
          </p:nvSpPr>
          <p:spPr>
            <a:xfrm>
              <a:off x="4461814" y="1983158"/>
              <a:ext cx="466904" cy="9097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800" dirty="0">
                  <a:latin typeface="宋体" panose="02010600030101010101" pitchFamily="2" charset="-122"/>
                  <a:ea typeface="宋体" panose="02010600030101010101" pitchFamily="2" charset="-122"/>
                </a:rPr>
                <a:t>飞行区域</a:t>
              </a:r>
            </a:p>
          </p:txBody>
        </p:sp>
        <p:sp>
          <p:nvSpPr>
            <p:cNvPr id="69" name="椭圆 68">
              <a:extLst>
                <a:ext uri="{FF2B5EF4-FFF2-40B4-BE49-F238E27FC236}">
                  <a16:creationId xmlns:a16="http://schemas.microsoft.com/office/drawing/2014/main" id="{828256E2-09A6-EAF8-411E-9F3AAFC323B7}"/>
                </a:ext>
              </a:extLst>
            </p:cNvPr>
            <p:cNvSpPr/>
            <p:nvPr>
              <p:custDataLst>
                <p:tags r:id="rId20"/>
              </p:custDataLst>
            </p:nvPr>
          </p:nvSpPr>
          <p:spPr>
            <a:xfrm>
              <a:off x="2491505" y="2896929"/>
              <a:ext cx="497759" cy="376448"/>
            </a:xfrm>
            <a:prstGeom prst="ellipse">
              <a:avLst/>
            </a:prstGeom>
            <a:solidFill>
              <a:srgbClr val="FAE1CF">
                <a:alpha val="73000"/>
              </a:srgbClr>
            </a:solidFill>
            <a:ln w="28575">
              <a:solidFill>
                <a:srgbClr val="F4B183"/>
              </a:solidFill>
              <a:prstDash val="dash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70" name="直接连接符 69">
              <a:extLst>
                <a:ext uri="{FF2B5EF4-FFF2-40B4-BE49-F238E27FC236}">
                  <a16:creationId xmlns:a16="http://schemas.microsoft.com/office/drawing/2014/main" id="{3CBA2B1E-5BB8-6193-B840-EE2234786432}"/>
                </a:ext>
              </a:extLst>
            </p:cNvPr>
            <p:cNvCxnSpPr>
              <a:endCxn id="69" idx="2"/>
            </p:cNvCxnSpPr>
            <p:nvPr>
              <p:custDataLst>
                <p:tags r:id="rId21"/>
              </p:custDataLst>
            </p:nvPr>
          </p:nvCxnSpPr>
          <p:spPr>
            <a:xfrm flipH="1">
              <a:off x="2491505" y="2354844"/>
              <a:ext cx="241166" cy="730309"/>
            </a:xfrm>
            <a:prstGeom prst="line">
              <a:avLst/>
            </a:prstGeom>
            <a:ln w="28575">
              <a:solidFill>
                <a:srgbClr val="F4B183"/>
              </a:solidFill>
              <a:prstDash val="dash"/>
              <a:round/>
            </a:ln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71" name="直接连接符 70">
              <a:extLst>
                <a:ext uri="{FF2B5EF4-FFF2-40B4-BE49-F238E27FC236}">
                  <a16:creationId xmlns:a16="http://schemas.microsoft.com/office/drawing/2014/main" id="{48FEE950-FA47-E51C-6780-7D5D24FFB4BC}"/>
                </a:ext>
              </a:extLst>
            </p:cNvPr>
            <p:cNvCxnSpPr>
              <a:endCxn id="69" idx="6"/>
            </p:cNvCxnSpPr>
            <p:nvPr>
              <p:custDataLst>
                <p:tags r:id="rId22"/>
              </p:custDataLst>
            </p:nvPr>
          </p:nvCxnSpPr>
          <p:spPr>
            <a:xfrm>
              <a:off x="2763527" y="2354844"/>
              <a:ext cx="225737" cy="730309"/>
            </a:xfrm>
            <a:prstGeom prst="line">
              <a:avLst/>
            </a:prstGeom>
            <a:ln w="28575" cmpd="sng">
              <a:solidFill>
                <a:srgbClr val="F4B183"/>
              </a:solidFill>
              <a:prstDash val="dash"/>
              <a:round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pic>
          <p:nvPicPr>
            <p:cNvPr id="72" name="图片 71">
              <a:extLst>
                <a:ext uri="{FF2B5EF4-FFF2-40B4-BE49-F238E27FC236}">
                  <a16:creationId xmlns:a16="http://schemas.microsoft.com/office/drawing/2014/main" id="{75849E1A-043F-90D6-A884-3C9D51DA5C2A}"/>
                </a:ext>
              </a:extLst>
            </p:cNvPr>
            <p:cNvPicPr>
              <a:picLocks noChangeAspect="1"/>
            </p:cNvPicPr>
            <p:nvPr>
              <p:custDataLst>
                <p:tags r:id="rId23"/>
              </p:custDataLst>
            </p:nvPr>
          </p:nvPicPr>
          <p:blipFill>
            <a:blip r:embed="rId51"/>
            <a:stretch>
              <a:fillRect/>
            </a:stretch>
          </p:blipFill>
          <p:spPr>
            <a:xfrm>
              <a:off x="2500843" y="2688627"/>
              <a:ext cx="472993" cy="584749"/>
            </a:xfrm>
            <a:prstGeom prst="rect">
              <a:avLst/>
            </a:prstGeom>
          </p:spPr>
        </p:pic>
        <p:pic>
          <p:nvPicPr>
            <p:cNvPr id="73" name="图片 72" descr="vecteezy_lightning-bolts-element_(已去底)">
              <a:extLst>
                <a:ext uri="{FF2B5EF4-FFF2-40B4-BE49-F238E27FC236}">
                  <a16:creationId xmlns:a16="http://schemas.microsoft.com/office/drawing/2014/main" id="{12F3DB49-DDC9-3206-932F-A3141C858453}"/>
                </a:ext>
              </a:extLst>
            </p:cNvPr>
            <p:cNvPicPr>
              <a:picLocks noChangeAspect="1"/>
            </p:cNvPicPr>
            <p:nvPr>
              <p:custDataLst>
                <p:tags r:id="rId24"/>
              </p:custDataLst>
            </p:nvPr>
          </p:nvPicPr>
          <p:blipFill>
            <a:blip r:embed="rId52">
              <a:alphaModFix amt="88000"/>
            </a:blip>
            <a:srcRect l="53236" t="7873" r="13871" b="24401"/>
            <a:stretch>
              <a:fillRect/>
            </a:stretch>
          </p:blipFill>
          <p:spPr>
            <a:xfrm rot="18540000" flipH="1">
              <a:off x="3083374" y="2065239"/>
              <a:ext cx="149575" cy="565156"/>
            </a:xfrm>
            <a:prstGeom prst="rect">
              <a:avLst/>
            </a:prstGeom>
            <a:effectLst>
              <a:glow rad="12700">
                <a:schemeClr val="accent4">
                  <a:lumMod val="60000"/>
                  <a:lumOff val="40000"/>
                  <a:alpha val="80000"/>
                </a:schemeClr>
              </a:glow>
            </a:effectLst>
          </p:spPr>
        </p:pic>
        <p:pic>
          <p:nvPicPr>
            <p:cNvPr id="74" name="图片 73" descr="vecteezy_lightning-bolts-element_(已去底)">
              <a:extLst>
                <a:ext uri="{FF2B5EF4-FFF2-40B4-BE49-F238E27FC236}">
                  <a16:creationId xmlns:a16="http://schemas.microsoft.com/office/drawing/2014/main" id="{064F5DE7-6754-1A00-1006-D3B3D71CBFA6}"/>
                </a:ext>
              </a:extLst>
            </p:cNvPr>
            <p:cNvPicPr>
              <a:picLocks noChangeAspect="1"/>
            </p:cNvPicPr>
            <p:nvPr>
              <p:custDataLst>
                <p:tags r:id="rId25"/>
              </p:custDataLst>
            </p:nvPr>
          </p:nvPicPr>
          <p:blipFill>
            <a:blip r:embed="rId52">
              <a:alphaModFix amt="88000"/>
            </a:blip>
            <a:srcRect l="53236" t="7873" r="13871" b="24401"/>
            <a:stretch>
              <a:fillRect/>
            </a:stretch>
          </p:blipFill>
          <p:spPr>
            <a:xfrm rot="2040000">
              <a:off x="3684746" y="1848396"/>
              <a:ext cx="135605" cy="758919"/>
            </a:xfrm>
            <a:prstGeom prst="rect">
              <a:avLst/>
            </a:prstGeom>
            <a:effectLst>
              <a:glow rad="12700">
                <a:schemeClr val="accent4">
                  <a:lumMod val="60000"/>
                  <a:lumOff val="40000"/>
                  <a:alpha val="80000"/>
                </a:schemeClr>
              </a:glow>
            </a:effectLst>
          </p:spPr>
        </p:pic>
        <p:sp>
          <p:nvSpPr>
            <p:cNvPr id="75" name="椭圆 74">
              <a:extLst>
                <a:ext uri="{FF2B5EF4-FFF2-40B4-BE49-F238E27FC236}">
                  <a16:creationId xmlns:a16="http://schemas.microsoft.com/office/drawing/2014/main" id="{4DF5644B-66BD-F2A6-5B38-FABBD32AEB87}"/>
                </a:ext>
              </a:extLst>
            </p:cNvPr>
            <p:cNvSpPr/>
            <p:nvPr>
              <p:custDataLst>
                <p:tags r:id="rId26"/>
              </p:custDataLst>
            </p:nvPr>
          </p:nvSpPr>
          <p:spPr>
            <a:xfrm>
              <a:off x="3847554" y="2661021"/>
              <a:ext cx="497759" cy="376448"/>
            </a:xfrm>
            <a:prstGeom prst="ellipse">
              <a:avLst/>
            </a:prstGeom>
            <a:solidFill>
              <a:srgbClr val="FAE1CF">
                <a:alpha val="73000"/>
              </a:srgbClr>
            </a:solidFill>
            <a:ln w="28575">
              <a:solidFill>
                <a:srgbClr val="F4B183"/>
              </a:solidFill>
              <a:prstDash val="dash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76" name="直接连接符 75">
              <a:extLst>
                <a:ext uri="{FF2B5EF4-FFF2-40B4-BE49-F238E27FC236}">
                  <a16:creationId xmlns:a16="http://schemas.microsoft.com/office/drawing/2014/main" id="{AF4E1B96-4CEC-8D68-AF73-E5BD2B310DEA}"/>
                </a:ext>
              </a:extLst>
            </p:cNvPr>
            <p:cNvCxnSpPr/>
            <p:nvPr>
              <p:custDataLst>
                <p:tags r:id="rId27"/>
              </p:custDataLst>
            </p:nvPr>
          </p:nvCxnSpPr>
          <p:spPr>
            <a:xfrm flipH="1">
              <a:off x="3846336" y="2111407"/>
              <a:ext cx="241166" cy="730309"/>
            </a:xfrm>
            <a:prstGeom prst="line">
              <a:avLst/>
            </a:prstGeom>
            <a:ln w="28575">
              <a:solidFill>
                <a:srgbClr val="F4B183"/>
              </a:solidFill>
              <a:prstDash val="dash"/>
              <a:round/>
            </a:ln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77" name="直接连接符 76">
              <a:extLst>
                <a:ext uri="{FF2B5EF4-FFF2-40B4-BE49-F238E27FC236}">
                  <a16:creationId xmlns:a16="http://schemas.microsoft.com/office/drawing/2014/main" id="{A71B4EB6-642E-CDDA-E224-396B8F11BB0B}"/>
                </a:ext>
              </a:extLst>
            </p:cNvPr>
            <p:cNvCxnSpPr/>
            <p:nvPr>
              <p:custDataLst>
                <p:tags r:id="rId28"/>
              </p:custDataLst>
            </p:nvPr>
          </p:nvCxnSpPr>
          <p:spPr>
            <a:xfrm>
              <a:off x="4123229" y="2108396"/>
              <a:ext cx="225737" cy="730309"/>
            </a:xfrm>
            <a:prstGeom prst="line">
              <a:avLst/>
            </a:prstGeom>
            <a:ln w="28575" cmpd="sng">
              <a:solidFill>
                <a:srgbClr val="F4B183"/>
              </a:solidFill>
              <a:prstDash val="dash"/>
              <a:round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pic>
          <p:nvPicPr>
            <p:cNvPr id="78" name="图片 77" descr="人2">
              <a:extLst>
                <a:ext uri="{FF2B5EF4-FFF2-40B4-BE49-F238E27FC236}">
                  <a16:creationId xmlns:a16="http://schemas.microsoft.com/office/drawing/2014/main" id="{ADBA84D4-0327-361A-07AD-02800758EBD4}"/>
                </a:ext>
              </a:extLst>
            </p:cNvPr>
            <p:cNvPicPr>
              <a:picLocks noChangeAspect="1"/>
            </p:cNvPicPr>
            <p:nvPr>
              <p:custDataLst>
                <p:tags r:id="rId29"/>
              </p:custDataLst>
            </p:nvPr>
          </p:nvPicPr>
          <p:blipFill>
            <a:blip r:embed="rId53"/>
            <a:stretch>
              <a:fillRect/>
            </a:stretch>
          </p:blipFill>
          <p:spPr>
            <a:xfrm>
              <a:off x="4204430" y="3141369"/>
              <a:ext cx="228986" cy="283089"/>
            </a:xfrm>
            <a:prstGeom prst="rect">
              <a:avLst/>
            </a:prstGeom>
          </p:spPr>
        </p:pic>
        <p:pic>
          <p:nvPicPr>
            <p:cNvPr id="79" name="图片 78" descr="房子5">
              <a:extLst>
                <a:ext uri="{FF2B5EF4-FFF2-40B4-BE49-F238E27FC236}">
                  <a16:creationId xmlns:a16="http://schemas.microsoft.com/office/drawing/2014/main" id="{4EA2FB78-D50D-0D32-387F-963440563BE0}"/>
                </a:ext>
              </a:extLst>
            </p:cNvPr>
            <p:cNvPicPr>
              <a:picLocks noChangeAspect="1"/>
            </p:cNvPicPr>
            <p:nvPr>
              <p:custDataLst>
                <p:tags r:id="rId30"/>
              </p:custDataLst>
            </p:nvPr>
          </p:nvPicPr>
          <p:blipFill>
            <a:blip r:embed="rId54"/>
            <a:stretch>
              <a:fillRect/>
            </a:stretch>
          </p:blipFill>
          <p:spPr>
            <a:xfrm>
              <a:off x="3755493" y="3257691"/>
              <a:ext cx="411991" cy="444962"/>
            </a:xfrm>
            <a:prstGeom prst="rect">
              <a:avLst/>
            </a:prstGeom>
          </p:spPr>
        </p:pic>
        <p:pic>
          <p:nvPicPr>
            <p:cNvPr id="80" name="图片 79" descr="人">
              <a:extLst>
                <a:ext uri="{FF2B5EF4-FFF2-40B4-BE49-F238E27FC236}">
                  <a16:creationId xmlns:a16="http://schemas.microsoft.com/office/drawing/2014/main" id="{A3E47FAC-9ABA-03EE-3DB6-6E4A0B8C03CA}"/>
                </a:ext>
              </a:extLst>
            </p:cNvPr>
            <p:cNvPicPr>
              <a:picLocks noChangeAspect="1"/>
            </p:cNvPicPr>
            <p:nvPr>
              <p:custDataLst>
                <p:tags r:id="rId31"/>
              </p:custDataLst>
            </p:nvPr>
          </p:nvPicPr>
          <p:blipFill>
            <a:blip r:embed="rId55"/>
            <a:stretch>
              <a:fillRect/>
            </a:stretch>
          </p:blipFill>
          <p:spPr>
            <a:xfrm>
              <a:off x="2414669" y="2499902"/>
              <a:ext cx="177525" cy="219469"/>
            </a:xfrm>
            <a:prstGeom prst="rect">
              <a:avLst/>
            </a:prstGeom>
          </p:spPr>
        </p:pic>
        <p:sp>
          <p:nvSpPr>
            <p:cNvPr id="81" name="椭圆 80">
              <a:extLst>
                <a:ext uri="{FF2B5EF4-FFF2-40B4-BE49-F238E27FC236}">
                  <a16:creationId xmlns:a16="http://schemas.microsoft.com/office/drawing/2014/main" id="{97A6DCDE-D91D-BB5E-442F-3721F6E9C6CF}"/>
                </a:ext>
              </a:extLst>
            </p:cNvPr>
            <p:cNvSpPr/>
            <p:nvPr>
              <p:custDataLst>
                <p:tags r:id="rId32"/>
              </p:custDataLst>
            </p:nvPr>
          </p:nvSpPr>
          <p:spPr>
            <a:xfrm>
              <a:off x="3239362" y="2914497"/>
              <a:ext cx="443761" cy="232895"/>
            </a:xfrm>
            <a:prstGeom prst="ellipse">
              <a:avLst/>
            </a:prstGeom>
            <a:ln>
              <a:noFill/>
            </a:ln>
            <a:effectLst>
              <a:outerShdw blurRad="50800" dist="50800" dir="3600000" sx="83000" sy="83000" algn="ctr" rotWithShape="0">
                <a:srgbClr val="000000">
                  <a:alpha val="43000"/>
                </a:srgbClr>
              </a:outerShdw>
              <a:reflection stA="45000" endPos="5000" dist="50800" dir="5400000" sy="-100000" algn="bl" rotWithShape="0"/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pic>
          <p:nvPicPr>
            <p:cNvPr id="82" name="图片 81">
              <a:extLst>
                <a:ext uri="{FF2B5EF4-FFF2-40B4-BE49-F238E27FC236}">
                  <a16:creationId xmlns:a16="http://schemas.microsoft.com/office/drawing/2014/main" id="{50E74071-3DB7-76CB-C2B9-06A767559F6C}"/>
                </a:ext>
              </a:extLst>
            </p:cNvPr>
            <p:cNvPicPr>
              <a:picLocks noChangeAspect="1"/>
            </p:cNvPicPr>
            <p:nvPr>
              <p:custDataLst>
                <p:tags r:id="rId33"/>
              </p:custDataLst>
            </p:nvPr>
          </p:nvPicPr>
          <p:blipFill>
            <a:blip r:embed="rId56"/>
            <a:stretch>
              <a:fillRect/>
            </a:stretch>
          </p:blipFill>
          <p:spPr>
            <a:xfrm>
              <a:off x="2270640" y="3264844"/>
              <a:ext cx="286232" cy="353861"/>
            </a:xfrm>
            <a:prstGeom prst="rect">
              <a:avLst/>
            </a:prstGeom>
          </p:spPr>
        </p:pic>
        <p:pic>
          <p:nvPicPr>
            <p:cNvPr id="83" name="图片 82" descr="草2">
              <a:extLst>
                <a:ext uri="{FF2B5EF4-FFF2-40B4-BE49-F238E27FC236}">
                  <a16:creationId xmlns:a16="http://schemas.microsoft.com/office/drawing/2014/main" id="{9FF9658F-5B16-F422-9DB3-FC3F256F53D2}"/>
                </a:ext>
              </a:extLst>
            </p:cNvPr>
            <p:cNvPicPr>
              <a:picLocks noChangeAspect="1"/>
            </p:cNvPicPr>
            <p:nvPr>
              <p:custDataLst>
                <p:tags r:id="rId34"/>
              </p:custDataLst>
            </p:nvPr>
          </p:nvPicPr>
          <p:blipFill>
            <a:blip r:embed="rId57"/>
            <a:stretch>
              <a:fillRect/>
            </a:stretch>
          </p:blipFill>
          <p:spPr>
            <a:xfrm>
              <a:off x="2270640" y="2770443"/>
              <a:ext cx="146161" cy="144054"/>
            </a:xfrm>
            <a:prstGeom prst="rect">
              <a:avLst/>
            </a:prstGeom>
          </p:spPr>
        </p:pic>
        <p:pic>
          <p:nvPicPr>
            <p:cNvPr id="84" name="图片 83">
              <a:extLst>
                <a:ext uri="{FF2B5EF4-FFF2-40B4-BE49-F238E27FC236}">
                  <a16:creationId xmlns:a16="http://schemas.microsoft.com/office/drawing/2014/main" id="{6AC7D0BB-AC48-ABE4-A950-58947A187FC2}"/>
                </a:ext>
              </a:extLst>
            </p:cNvPr>
            <p:cNvPicPr>
              <a:picLocks noChangeAspect="1"/>
            </p:cNvPicPr>
            <p:nvPr>
              <p:custDataLst>
                <p:tags r:id="rId35"/>
              </p:custDataLst>
            </p:nvPr>
          </p:nvPicPr>
          <p:blipFill rotWithShape="1">
            <a:blip r:embed="rId5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1601" t="18356" r="79062" b="16216"/>
            <a:stretch>
              <a:fillRect/>
            </a:stretch>
          </p:blipFill>
          <p:spPr>
            <a:xfrm>
              <a:off x="3964888" y="2400018"/>
              <a:ext cx="288262" cy="625406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85" name="图形 52">
              <a:extLst>
                <a:ext uri="{FF2B5EF4-FFF2-40B4-BE49-F238E27FC236}">
                  <a16:creationId xmlns:a16="http://schemas.microsoft.com/office/drawing/2014/main" id="{9DD9D732-53D8-065C-5361-014FF35E1D96}"/>
                </a:ext>
              </a:extLst>
            </p:cNvPr>
            <p:cNvPicPr>
              <a:picLocks noChangeAspect="1"/>
            </p:cNvPicPr>
            <p:nvPr>
              <p:custDataLst>
                <p:tags r:id="rId36"/>
              </p:custDataLst>
            </p:nvPr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9"/>
                </a:ext>
              </a:extLst>
            </a:blip>
            <a:stretch>
              <a:fillRect/>
            </a:stretch>
          </p:blipFill>
          <p:spPr>
            <a:xfrm>
              <a:off x="4664837" y="2264496"/>
              <a:ext cx="816065" cy="1008881"/>
            </a:xfrm>
            <a:prstGeom prst="rect">
              <a:avLst/>
            </a:prstGeom>
          </p:spPr>
        </p:pic>
        <p:pic>
          <p:nvPicPr>
            <p:cNvPr id="86" name="图片 85">
              <a:extLst>
                <a:ext uri="{FF2B5EF4-FFF2-40B4-BE49-F238E27FC236}">
                  <a16:creationId xmlns:a16="http://schemas.microsoft.com/office/drawing/2014/main" id="{5F74CF65-55C1-4A0A-B340-42BEC2E8BBE0}"/>
                </a:ext>
              </a:extLst>
            </p:cNvPr>
            <p:cNvPicPr>
              <a:picLocks noChangeAspect="1"/>
            </p:cNvPicPr>
            <p:nvPr>
              <p:custDataLst>
                <p:tags r:id="rId37"/>
              </p:custDataLst>
            </p:nvPr>
          </p:nvPicPr>
          <p:blipFill rotWithShape="1">
            <a:blip r:embed="rId6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761" t="20636" r="3389" b="19748"/>
            <a:stretch>
              <a:fillRect/>
            </a:stretch>
          </p:blipFill>
          <p:spPr>
            <a:xfrm>
              <a:off x="3944182" y="1785153"/>
              <a:ext cx="367432" cy="291622"/>
            </a:xfrm>
            <a:prstGeom prst="rect">
              <a:avLst/>
            </a:prstGeom>
          </p:spPr>
        </p:pic>
        <p:pic>
          <p:nvPicPr>
            <p:cNvPr id="87" name="图片 86">
              <a:extLst>
                <a:ext uri="{FF2B5EF4-FFF2-40B4-BE49-F238E27FC236}">
                  <a16:creationId xmlns:a16="http://schemas.microsoft.com/office/drawing/2014/main" id="{66FDCD28-4179-A1F1-9D5A-7C1084B961D0}"/>
                </a:ext>
              </a:extLst>
            </p:cNvPr>
            <p:cNvPicPr>
              <a:picLocks noChangeAspect="1"/>
            </p:cNvPicPr>
            <p:nvPr>
              <p:custDataLst>
                <p:tags r:id="rId38"/>
              </p:custDataLst>
            </p:nvPr>
          </p:nvPicPr>
          <p:blipFill rotWithShape="1">
            <a:blip r:embed="rId6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761" t="20636" r="3389" b="19748"/>
            <a:stretch>
              <a:fillRect/>
            </a:stretch>
          </p:blipFill>
          <p:spPr>
            <a:xfrm>
              <a:off x="2573518" y="2015538"/>
              <a:ext cx="340230" cy="270039"/>
            </a:xfrm>
            <a:prstGeom prst="rect">
              <a:avLst/>
            </a:prstGeom>
          </p:spPr>
        </p:pic>
        <p:pic>
          <p:nvPicPr>
            <p:cNvPr id="88" name="图形 29">
              <a:extLst>
                <a:ext uri="{FF2B5EF4-FFF2-40B4-BE49-F238E27FC236}">
                  <a16:creationId xmlns:a16="http://schemas.microsoft.com/office/drawing/2014/main" id="{5CA91C9D-AAC9-4270-C127-1CC56B50E94D}"/>
                </a:ext>
              </a:extLst>
            </p:cNvPr>
            <p:cNvPicPr>
              <a:picLocks noChangeAspect="1"/>
            </p:cNvPicPr>
            <p:nvPr>
              <p:custDataLst>
                <p:tags r:id="rId39"/>
              </p:custDataLst>
            </p:nvPr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2"/>
                </a:ext>
              </a:extLst>
            </a:blip>
            <a:stretch>
              <a:fillRect/>
            </a:stretch>
          </p:blipFill>
          <p:spPr>
            <a:xfrm>
              <a:off x="3355479" y="2454728"/>
              <a:ext cx="237917" cy="663553"/>
            </a:xfrm>
            <a:prstGeom prst="rect">
              <a:avLst/>
            </a:prstGeom>
          </p:spPr>
        </p:pic>
        <p:pic>
          <p:nvPicPr>
            <p:cNvPr id="89" name="图形 88">
              <a:extLst>
                <a:ext uri="{FF2B5EF4-FFF2-40B4-BE49-F238E27FC236}">
                  <a16:creationId xmlns:a16="http://schemas.microsoft.com/office/drawing/2014/main" id="{094EECF9-C270-D9B4-5DA1-BD4C93B9C40E}"/>
                </a:ext>
              </a:extLst>
            </p:cNvPr>
            <p:cNvPicPr>
              <a:picLocks noChangeAspect="1"/>
            </p:cNvPicPr>
            <p:nvPr>
              <p:custDataLst>
                <p:tags r:id="rId40"/>
              </p:custDataLst>
            </p:nvPr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3"/>
                </a:ext>
              </a:extLst>
            </a:blip>
            <a:stretch>
              <a:fillRect/>
            </a:stretch>
          </p:blipFill>
          <p:spPr>
            <a:xfrm flipH="1">
              <a:off x="3715314" y="2403348"/>
              <a:ext cx="412517" cy="509984"/>
            </a:xfrm>
            <a:prstGeom prst="rect">
              <a:avLst/>
            </a:prstGeom>
          </p:spPr>
        </p:pic>
        <p:pic>
          <p:nvPicPr>
            <p:cNvPr id="90" name="图片 89">
              <a:extLst>
                <a:ext uri="{FF2B5EF4-FFF2-40B4-BE49-F238E27FC236}">
                  <a16:creationId xmlns:a16="http://schemas.microsoft.com/office/drawing/2014/main" id="{2A30B63E-A21C-14E5-C45F-DF8C88D48D0B}"/>
                </a:ext>
              </a:extLst>
            </p:cNvPr>
            <p:cNvPicPr>
              <a:picLocks noChangeAspect="1"/>
            </p:cNvPicPr>
            <p:nvPr>
              <p:custDataLst>
                <p:tags r:id="rId41"/>
              </p:custDataLst>
            </p:nvPr>
          </p:nvPicPr>
          <p:blipFill>
            <a:blip r:embed="rId6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500464" y="3447654"/>
              <a:ext cx="300441" cy="347336"/>
            </a:xfrm>
            <a:prstGeom prst="rect">
              <a:avLst/>
            </a:prstGeom>
          </p:spPr>
        </p:pic>
        <p:pic>
          <p:nvPicPr>
            <p:cNvPr id="91" name="图片 90">
              <a:extLst>
                <a:ext uri="{FF2B5EF4-FFF2-40B4-BE49-F238E27FC236}">
                  <a16:creationId xmlns:a16="http://schemas.microsoft.com/office/drawing/2014/main" id="{1F130AE4-83A8-E903-5476-8F81C1FB532E}"/>
                </a:ext>
              </a:extLst>
            </p:cNvPr>
            <p:cNvPicPr>
              <a:picLocks noChangeAspect="1"/>
            </p:cNvPicPr>
            <p:nvPr>
              <p:custDataLst>
                <p:tags r:id="rId42"/>
              </p:custDataLst>
            </p:nvPr>
          </p:nvPicPr>
          <p:blipFill>
            <a:blip r:embed="rId65"/>
            <a:stretch>
              <a:fillRect/>
            </a:stretch>
          </p:blipFill>
          <p:spPr>
            <a:xfrm rot="20700000">
              <a:off x="2785868" y="3275860"/>
              <a:ext cx="488421" cy="603823"/>
            </a:xfrm>
            <a:prstGeom prst="rect">
              <a:avLst/>
            </a:prstGeom>
          </p:spPr>
        </p:pic>
        <p:cxnSp>
          <p:nvCxnSpPr>
            <p:cNvPr id="93" name="直接箭头连接符 92">
              <a:extLst>
                <a:ext uri="{FF2B5EF4-FFF2-40B4-BE49-F238E27FC236}">
                  <a16:creationId xmlns:a16="http://schemas.microsoft.com/office/drawing/2014/main" id="{FF8487FF-FE53-4F5C-FC2C-6B7C920D737E}"/>
                </a:ext>
              </a:extLst>
            </p:cNvPr>
            <p:cNvCxnSpPr>
              <a:cxnSpLocks/>
            </p:cNvCxnSpPr>
            <p:nvPr>
              <p:custDataLst>
                <p:tags r:id="rId43"/>
              </p:custDataLst>
            </p:nvPr>
          </p:nvCxnSpPr>
          <p:spPr>
            <a:xfrm flipH="1">
              <a:off x="3220553" y="1640289"/>
              <a:ext cx="87274" cy="610832"/>
            </a:xfrm>
            <a:prstGeom prst="straightConnector1">
              <a:avLst/>
            </a:prstGeom>
            <a:ln w="6350" cap="flat" cmpd="sng" algn="ctr">
              <a:solidFill>
                <a:schemeClr val="tx1"/>
              </a:solidFill>
              <a:prstDash val="dash"/>
              <a:miter lim="800000"/>
              <a:tailEnd type="triangle" w="med" len="med"/>
            </a:ln>
          </p:spPr>
          <p:style>
            <a:lnRef idx="0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96" name="文本框 95">
              <a:extLst>
                <a:ext uri="{FF2B5EF4-FFF2-40B4-BE49-F238E27FC236}">
                  <a16:creationId xmlns:a16="http://schemas.microsoft.com/office/drawing/2014/main" id="{40AE134E-727F-064D-F41A-E8AD4865A805}"/>
                </a:ext>
              </a:extLst>
            </p:cNvPr>
            <p:cNvSpPr txBox="1"/>
            <p:nvPr>
              <p:custDataLst>
                <p:tags r:id="rId44"/>
              </p:custDataLst>
            </p:nvPr>
          </p:nvSpPr>
          <p:spPr>
            <a:xfrm>
              <a:off x="3169459" y="1450198"/>
              <a:ext cx="56028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800" dirty="0">
                  <a:latin typeface="宋体" panose="02010600030101010101" pitchFamily="2" charset="-122"/>
                  <a:ea typeface="宋体" panose="02010600030101010101" pitchFamily="2" charset="-122"/>
                </a:rPr>
                <a:t>充电</a:t>
              </a:r>
            </a:p>
          </p:txBody>
        </p:sp>
        <p:cxnSp>
          <p:nvCxnSpPr>
            <p:cNvPr id="100" name="直接箭头连接符 99">
              <a:extLst>
                <a:ext uri="{FF2B5EF4-FFF2-40B4-BE49-F238E27FC236}">
                  <a16:creationId xmlns:a16="http://schemas.microsoft.com/office/drawing/2014/main" id="{95902F5D-4B61-BBF7-3FB9-35B183CCD9C4}"/>
                </a:ext>
              </a:extLst>
            </p:cNvPr>
            <p:cNvCxnSpPr>
              <a:cxnSpLocks/>
            </p:cNvCxnSpPr>
            <p:nvPr/>
          </p:nvCxnSpPr>
          <p:spPr>
            <a:xfrm>
              <a:off x="2808713" y="2273402"/>
              <a:ext cx="555215" cy="449536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04" name="直接箭头连接符 103">
              <a:extLst>
                <a:ext uri="{FF2B5EF4-FFF2-40B4-BE49-F238E27FC236}">
                  <a16:creationId xmlns:a16="http://schemas.microsoft.com/office/drawing/2014/main" id="{6DACAD48-A6F4-367B-18D0-0DB17F47850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589995" y="2068053"/>
              <a:ext cx="458358" cy="605787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07" name="直接箭头连接符 106">
              <a:extLst>
                <a:ext uri="{FF2B5EF4-FFF2-40B4-BE49-F238E27FC236}">
                  <a16:creationId xmlns:a16="http://schemas.microsoft.com/office/drawing/2014/main" id="{844A3260-19A9-E6B5-F025-B43121240127}"/>
                </a:ext>
              </a:extLst>
            </p:cNvPr>
            <p:cNvCxnSpPr>
              <a:cxnSpLocks/>
            </p:cNvCxnSpPr>
            <p:nvPr>
              <p:custDataLst>
                <p:tags r:id="rId45"/>
              </p:custDataLst>
            </p:nvPr>
          </p:nvCxnSpPr>
          <p:spPr>
            <a:xfrm>
              <a:off x="3891741" y="1541690"/>
              <a:ext cx="83602" cy="583410"/>
            </a:xfrm>
            <a:prstGeom prst="straightConnector1">
              <a:avLst/>
            </a:prstGeom>
            <a:ln w="6350" cap="flat" cmpd="sng" algn="ctr">
              <a:solidFill>
                <a:schemeClr val="tx1"/>
              </a:solidFill>
              <a:prstDash val="dash"/>
              <a:miter lim="800000"/>
              <a:tailEnd type="triangle" w="med" len="med"/>
            </a:ln>
          </p:spPr>
          <p:style>
            <a:lnRef idx="0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10" name="文本框 109">
              <a:extLst>
                <a:ext uri="{FF2B5EF4-FFF2-40B4-BE49-F238E27FC236}">
                  <a16:creationId xmlns:a16="http://schemas.microsoft.com/office/drawing/2014/main" id="{00E2E061-65C1-DEC0-A2A4-9CBB6A41C193}"/>
                </a:ext>
              </a:extLst>
            </p:cNvPr>
            <p:cNvSpPr txBox="1"/>
            <p:nvPr>
              <p:custDataLst>
                <p:tags r:id="rId46"/>
              </p:custDataLst>
            </p:nvPr>
          </p:nvSpPr>
          <p:spPr>
            <a:xfrm>
              <a:off x="3695200" y="1318578"/>
              <a:ext cx="56028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800" dirty="0">
                  <a:latin typeface="宋体" panose="02010600030101010101" pitchFamily="2" charset="-122"/>
                </a:rPr>
                <a:t>通信</a:t>
              </a:r>
              <a:endParaRPr lang="zh-CN" altLang="en-US" sz="80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pic>
        <p:nvPicPr>
          <p:cNvPr id="2" name="图片 1">
            <a:extLst>
              <a:ext uri="{FF2B5EF4-FFF2-40B4-BE49-F238E27FC236}">
                <a16:creationId xmlns:a16="http://schemas.microsoft.com/office/drawing/2014/main" id="{AA6C5309-B403-2DA4-D40E-43F2EF082E93}"/>
              </a:ext>
            </a:extLst>
          </p:cNvPr>
          <p:cNvPicPr>
            <a:picLocks noChangeAspect="1"/>
          </p:cNvPicPr>
          <p:nvPr/>
        </p:nvPicPr>
        <p:blipFill>
          <a:blip r:embed="rId66"/>
          <a:srcRect t="40174"/>
          <a:stretch>
            <a:fillRect/>
          </a:stretch>
        </p:blipFill>
        <p:spPr>
          <a:xfrm>
            <a:off x="5434596" y="1777394"/>
            <a:ext cx="2570861" cy="1422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73018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8" name="组合 547">
            <a:extLst>
              <a:ext uri="{FF2B5EF4-FFF2-40B4-BE49-F238E27FC236}">
                <a16:creationId xmlns:a16="http://schemas.microsoft.com/office/drawing/2014/main" id="{D3AA993D-C30B-6684-5DBB-6DD05FA7EC01}"/>
              </a:ext>
            </a:extLst>
          </p:cNvPr>
          <p:cNvGrpSpPr/>
          <p:nvPr/>
        </p:nvGrpSpPr>
        <p:grpSpPr>
          <a:xfrm>
            <a:off x="3505940" y="332656"/>
            <a:ext cx="4738468" cy="4104456"/>
            <a:chOff x="3505940" y="332656"/>
            <a:chExt cx="4738468" cy="4104456"/>
          </a:xfrm>
        </p:grpSpPr>
        <p:pic>
          <p:nvPicPr>
            <p:cNvPr id="10" name="图片 9">
              <a:extLst>
                <a:ext uri="{FF2B5EF4-FFF2-40B4-BE49-F238E27FC236}">
                  <a16:creationId xmlns:a16="http://schemas.microsoft.com/office/drawing/2014/main" id="{461B5272-4FCA-CF2D-4CE1-4CFD8DE96FE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349687" y="332656"/>
              <a:ext cx="734481" cy="1296144"/>
            </a:xfrm>
            <a:prstGeom prst="rect">
              <a:avLst/>
            </a:prstGeom>
          </p:spPr>
        </p:pic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BFCDB80B-118E-5555-10A9-B9073A2E5331}"/>
                </a:ext>
              </a:extLst>
            </p:cNvPr>
            <p:cNvSpPr txBox="1"/>
            <p:nvPr/>
          </p:nvSpPr>
          <p:spPr>
            <a:xfrm>
              <a:off x="5421695" y="1567825"/>
              <a:ext cx="73448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dirty="0"/>
                <a:t>智能体</a:t>
              </a:r>
            </a:p>
          </p:txBody>
        </p:sp>
        <p:pic>
          <p:nvPicPr>
            <p:cNvPr id="14" name="图片 13">
              <a:extLst>
                <a:ext uri="{FF2B5EF4-FFF2-40B4-BE49-F238E27FC236}">
                  <a16:creationId xmlns:a16="http://schemas.microsoft.com/office/drawing/2014/main" id="{82C1E9C8-1E7F-03BE-4674-C8BF5E2CC67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070695" y="1988841"/>
              <a:ext cx="1173713" cy="1440160"/>
            </a:xfrm>
            <a:prstGeom prst="rect">
              <a:avLst/>
            </a:prstGeom>
          </p:spPr>
        </p:pic>
        <p:cxnSp>
          <p:nvCxnSpPr>
            <p:cNvPr id="18" name="连接符: 肘形 17">
              <a:extLst>
                <a:ext uri="{FF2B5EF4-FFF2-40B4-BE49-F238E27FC236}">
                  <a16:creationId xmlns:a16="http://schemas.microsoft.com/office/drawing/2014/main" id="{FC843807-62D0-D04C-F037-2A900C84F914}"/>
                </a:ext>
              </a:extLst>
            </p:cNvPr>
            <p:cNvCxnSpPr>
              <a:cxnSpLocks/>
              <a:endCxn id="14" idx="0"/>
            </p:cNvCxnSpPr>
            <p:nvPr/>
          </p:nvCxnSpPr>
          <p:spPr>
            <a:xfrm>
              <a:off x="6062583" y="1052736"/>
              <a:ext cx="1594969" cy="936105"/>
            </a:xfrm>
            <a:prstGeom prst="bentConnector2">
              <a:avLst/>
            </a:prstGeom>
            <a:ln w="28575">
              <a:solidFill>
                <a:schemeClr val="bg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B8382466-B2E0-D860-61C9-82A78631281F}"/>
                    </a:ext>
                  </a:extLst>
                </p:cNvPr>
                <p:cNvSpPr txBox="1"/>
                <p:nvPr/>
              </p:nvSpPr>
              <p:spPr>
                <a:xfrm>
                  <a:off x="6343208" y="691957"/>
                  <a:ext cx="1008112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1200" dirty="0"/>
                    <a:t>动作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B8382466-B2E0-D860-61C9-82A78631281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43208" y="691957"/>
                  <a:ext cx="1008112" cy="276999"/>
                </a:xfrm>
                <a:prstGeom prst="rect">
                  <a:avLst/>
                </a:prstGeom>
                <a:blipFill>
                  <a:blip r:embed="rId4"/>
                  <a:stretch>
                    <a:fillRect l="-606" t="-2222" b="-1777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26" name="图片 25">
              <a:extLst>
                <a:ext uri="{FF2B5EF4-FFF2-40B4-BE49-F238E27FC236}">
                  <a16:creationId xmlns:a16="http://schemas.microsoft.com/office/drawing/2014/main" id="{C47846BB-0BD4-761D-BE3F-2EA73120499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000882" y="2996952"/>
              <a:ext cx="1316876" cy="1231523"/>
            </a:xfrm>
            <a:prstGeom prst="rect">
              <a:avLst/>
            </a:prstGeom>
          </p:spPr>
        </p:pic>
        <p:cxnSp>
          <p:nvCxnSpPr>
            <p:cNvPr id="27" name="连接符: 肘形 26">
              <a:extLst>
                <a:ext uri="{FF2B5EF4-FFF2-40B4-BE49-F238E27FC236}">
                  <a16:creationId xmlns:a16="http://schemas.microsoft.com/office/drawing/2014/main" id="{10A52ACE-B48D-4E1E-9A17-C7E1F1DB8E62}"/>
                </a:ext>
              </a:extLst>
            </p:cNvPr>
            <p:cNvCxnSpPr>
              <a:cxnSpLocks/>
              <a:stCxn id="14" idx="2"/>
            </p:cNvCxnSpPr>
            <p:nvPr/>
          </p:nvCxnSpPr>
          <p:spPr>
            <a:xfrm rot="5400000">
              <a:off x="6909474" y="2942157"/>
              <a:ext cx="261235" cy="1234923"/>
            </a:xfrm>
            <a:prstGeom prst="bentConnector2">
              <a:avLst/>
            </a:prstGeom>
            <a:ln w="28575">
              <a:solidFill>
                <a:schemeClr val="bg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文本框 30">
              <a:extLst>
                <a:ext uri="{FF2B5EF4-FFF2-40B4-BE49-F238E27FC236}">
                  <a16:creationId xmlns:a16="http://schemas.microsoft.com/office/drawing/2014/main" id="{0D4E076F-F21B-BD3C-666E-DF69B5EFA8CB}"/>
                </a:ext>
              </a:extLst>
            </p:cNvPr>
            <p:cNvSpPr txBox="1"/>
            <p:nvPr/>
          </p:nvSpPr>
          <p:spPr>
            <a:xfrm>
              <a:off x="5508104" y="4160113"/>
              <a:ext cx="10081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dirty="0"/>
                <a:t>环境</a:t>
              </a:r>
            </a:p>
          </p:txBody>
        </p:sp>
        <p:cxnSp>
          <p:nvCxnSpPr>
            <p:cNvPr id="34" name="直接箭头连接符 33">
              <a:extLst>
                <a:ext uri="{FF2B5EF4-FFF2-40B4-BE49-F238E27FC236}">
                  <a16:creationId xmlns:a16="http://schemas.microsoft.com/office/drawing/2014/main" id="{976F7812-6DA6-6CF3-314E-211E0418B8FB}"/>
                </a:ext>
              </a:extLst>
            </p:cNvPr>
            <p:cNvCxnSpPr/>
            <p:nvPr/>
          </p:nvCxnSpPr>
          <p:spPr>
            <a:xfrm flipH="1">
              <a:off x="4355976" y="3429000"/>
              <a:ext cx="576064" cy="0"/>
            </a:xfrm>
            <a:prstGeom prst="straightConnector1">
              <a:avLst/>
            </a:prstGeom>
            <a:ln w="28575"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箭头连接符 34">
              <a:extLst>
                <a:ext uri="{FF2B5EF4-FFF2-40B4-BE49-F238E27FC236}">
                  <a16:creationId xmlns:a16="http://schemas.microsoft.com/office/drawing/2014/main" id="{9FE2EFD4-CD0D-9D1A-6DA1-805F88F7910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139952" y="3789040"/>
              <a:ext cx="818376" cy="0"/>
            </a:xfrm>
            <a:prstGeom prst="straightConnector1">
              <a:avLst/>
            </a:prstGeom>
            <a:ln w="28575"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文本框 36">
                  <a:extLst>
                    <a:ext uri="{FF2B5EF4-FFF2-40B4-BE49-F238E27FC236}">
                      <a16:creationId xmlns:a16="http://schemas.microsoft.com/office/drawing/2014/main" id="{A601EF80-EFFA-1CC8-F1C4-29BCFE9EE8DB}"/>
                    </a:ext>
                  </a:extLst>
                </p:cNvPr>
                <p:cNvSpPr txBox="1"/>
                <p:nvPr/>
              </p:nvSpPr>
              <p:spPr>
                <a:xfrm>
                  <a:off x="4197400" y="3140968"/>
                  <a:ext cx="1008112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37" name="文本框 36">
                  <a:extLst>
                    <a:ext uri="{FF2B5EF4-FFF2-40B4-BE49-F238E27FC236}">
                      <a16:creationId xmlns:a16="http://schemas.microsoft.com/office/drawing/2014/main" id="{A601EF80-EFFA-1CC8-F1C4-29BCFE9EE8D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97400" y="3140968"/>
                  <a:ext cx="1008112" cy="276999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8" name="文本框 517">
                  <a:extLst>
                    <a:ext uri="{FF2B5EF4-FFF2-40B4-BE49-F238E27FC236}">
                      <a16:creationId xmlns:a16="http://schemas.microsoft.com/office/drawing/2014/main" id="{3EE0FDBC-3A24-E014-25D7-40A033FA5E7E}"/>
                    </a:ext>
                  </a:extLst>
                </p:cNvPr>
                <p:cNvSpPr txBox="1"/>
                <p:nvPr/>
              </p:nvSpPr>
              <p:spPr>
                <a:xfrm>
                  <a:off x="4355976" y="3573016"/>
                  <a:ext cx="324897" cy="18466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518" name="文本框 517">
                  <a:extLst>
                    <a:ext uri="{FF2B5EF4-FFF2-40B4-BE49-F238E27FC236}">
                      <a16:creationId xmlns:a16="http://schemas.microsoft.com/office/drawing/2014/main" id="{3EE0FDBC-3A24-E014-25D7-40A033FA5E7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55976" y="3573016"/>
                  <a:ext cx="324897" cy="184666"/>
                </a:xfrm>
                <a:prstGeom prst="rect">
                  <a:avLst/>
                </a:prstGeom>
                <a:blipFill>
                  <a:blip r:embed="rId7"/>
                  <a:stretch>
                    <a:fillRect l="-9434" r="-1887" b="-16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23" name="连接符: 肘形 522">
              <a:extLst>
                <a:ext uri="{FF2B5EF4-FFF2-40B4-BE49-F238E27FC236}">
                  <a16:creationId xmlns:a16="http://schemas.microsoft.com/office/drawing/2014/main" id="{77A3B42E-CD20-75C8-3730-66A1836E2331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3799767" y="1872944"/>
              <a:ext cx="2057109" cy="910988"/>
            </a:xfrm>
            <a:prstGeom prst="bentConnector2">
              <a:avLst/>
            </a:prstGeom>
            <a:ln w="28575">
              <a:solidFill>
                <a:schemeClr val="bg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0" name="连接符: 肘形 539">
              <a:extLst>
                <a:ext uri="{FF2B5EF4-FFF2-40B4-BE49-F238E27FC236}">
                  <a16:creationId xmlns:a16="http://schemas.microsoft.com/office/drawing/2014/main" id="{4C38DBE5-2258-61CF-9F8E-A862CD6EFA07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3281486" y="1654528"/>
              <a:ext cx="2894174" cy="1177243"/>
            </a:xfrm>
            <a:prstGeom prst="bentConnector2">
              <a:avLst/>
            </a:prstGeom>
            <a:ln w="28575">
              <a:solidFill>
                <a:schemeClr val="bg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6" name="文本框 545">
                  <a:extLst>
                    <a:ext uri="{FF2B5EF4-FFF2-40B4-BE49-F238E27FC236}">
                      <a16:creationId xmlns:a16="http://schemas.microsoft.com/office/drawing/2014/main" id="{29E07CA9-5453-65F4-639F-CA297DDE82AE}"/>
                    </a:ext>
                  </a:extLst>
                </p:cNvPr>
                <p:cNvSpPr txBox="1"/>
                <p:nvPr/>
              </p:nvSpPr>
              <p:spPr>
                <a:xfrm>
                  <a:off x="3505940" y="1844824"/>
                  <a:ext cx="1008112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1200" dirty="0"/>
                    <a:t>状态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546" name="文本框 545">
                  <a:extLst>
                    <a:ext uri="{FF2B5EF4-FFF2-40B4-BE49-F238E27FC236}">
                      <a16:creationId xmlns:a16="http://schemas.microsoft.com/office/drawing/2014/main" id="{29E07CA9-5453-65F4-639F-CA297DDE82A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05940" y="1844824"/>
                  <a:ext cx="1008112" cy="276999"/>
                </a:xfrm>
                <a:prstGeom prst="rect">
                  <a:avLst/>
                </a:prstGeom>
                <a:blipFill>
                  <a:blip r:embed="rId8"/>
                  <a:stretch>
                    <a:fillRect t="-2222" b="-1777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7" name="文本框 546">
                  <a:extLst>
                    <a:ext uri="{FF2B5EF4-FFF2-40B4-BE49-F238E27FC236}">
                      <a16:creationId xmlns:a16="http://schemas.microsoft.com/office/drawing/2014/main" id="{8F20A19C-7C15-81D3-FE75-98CC3246EC70}"/>
                    </a:ext>
                  </a:extLst>
                </p:cNvPr>
                <p:cNvSpPr txBox="1"/>
                <p:nvPr/>
              </p:nvSpPr>
              <p:spPr>
                <a:xfrm>
                  <a:off x="4427984" y="1846947"/>
                  <a:ext cx="1008112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1200" dirty="0"/>
                    <a:t>奖励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547" name="文本框 546">
                  <a:extLst>
                    <a:ext uri="{FF2B5EF4-FFF2-40B4-BE49-F238E27FC236}">
                      <a16:creationId xmlns:a16="http://schemas.microsoft.com/office/drawing/2014/main" id="{8F20A19C-7C15-81D3-FE75-98CC3246EC7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27984" y="1846947"/>
                  <a:ext cx="1008112" cy="276999"/>
                </a:xfrm>
                <a:prstGeom prst="rect">
                  <a:avLst/>
                </a:prstGeom>
                <a:blipFill>
                  <a:blip r:embed="rId9"/>
                  <a:stretch>
                    <a:fillRect t="-2222" b="-1777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2290968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9" name="组合 118">
            <a:extLst>
              <a:ext uri="{FF2B5EF4-FFF2-40B4-BE49-F238E27FC236}">
                <a16:creationId xmlns:a16="http://schemas.microsoft.com/office/drawing/2014/main" id="{383A0829-79F4-C4D5-60F9-B1E25B33CD76}"/>
              </a:ext>
            </a:extLst>
          </p:cNvPr>
          <p:cNvGrpSpPr/>
          <p:nvPr/>
        </p:nvGrpSpPr>
        <p:grpSpPr>
          <a:xfrm>
            <a:off x="3203848" y="44624"/>
            <a:ext cx="5395887" cy="5909249"/>
            <a:chOff x="3203848" y="44624"/>
            <a:chExt cx="5395887" cy="5909249"/>
          </a:xfrm>
        </p:grpSpPr>
        <p:grpSp>
          <p:nvGrpSpPr>
            <p:cNvPr id="95" name="组合 94">
              <a:extLst>
                <a:ext uri="{FF2B5EF4-FFF2-40B4-BE49-F238E27FC236}">
                  <a16:creationId xmlns:a16="http://schemas.microsoft.com/office/drawing/2014/main" id="{11FBDD7A-5366-5A7A-443B-E7EE7F4BBD04}"/>
                </a:ext>
              </a:extLst>
            </p:cNvPr>
            <p:cNvGrpSpPr/>
            <p:nvPr/>
          </p:nvGrpSpPr>
          <p:grpSpPr>
            <a:xfrm>
              <a:off x="3203848" y="44624"/>
              <a:ext cx="5328592" cy="2664296"/>
              <a:chOff x="3203848" y="25894"/>
              <a:chExt cx="5616624" cy="3619130"/>
            </a:xfrm>
          </p:grpSpPr>
          <p:grpSp>
            <p:nvGrpSpPr>
              <p:cNvPr id="59" name="组合 58">
                <a:extLst>
                  <a:ext uri="{FF2B5EF4-FFF2-40B4-BE49-F238E27FC236}">
                    <a16:creationId xmlns:a16="http://schemas.microsoft.com/office/drawing/2014/main" id="{945518E7-9E32-86FD-ED39-89C3F31AD2D7}"/>
                  </a:ext>
                </a:extLst>
              </p:cNvPr>
              <p:cNvGrpSpPr/>
              <p:nvPr/>
            </p:nvGrpSpPr>
            <p:grpSpPr>
              <a:xfrm>
                <a:off x="3779912" y="1582762"/>
                <a:ext cx="4597056" cy="766118"/>
                <a:chOff x="3779912" y="1412776"/>
                <a:chExt cx="4597056" cy="766118"/>
              </a:xfrm>
            </p:grpSpPr>
            <p:sp>
              <p:nvSpPr>
                <p:cNvPr id="8" name="矩形 7">
                  <a:extLst>
                    <a:ext uri="{FF2B5EF4-FFF2-40B4-BE49-F238E27FC236}">
                      <a16:creationId xmlns:a16="http://schemas.microsoft.com/office/drawing/2014/main" id="{1563B02E-7665-4EAF-96CA-3B9DBAA39507}"/>
                    </a:ext>
                  </a:extLst>
                </p:cNvPr>
                <p:cNvSpPr/>
                <p:nvPr/>
              </p:nvSpPr>
              <p:spPr>
                <a:xfrm>
                  <a:off x="3779912" y="1412776"/>
                  <a:ext cx="1224136" cy="758596"/>
                </a:xfrm>
                <a:prstGeom prst="rect">
                  <a:avLst/>
                </a:prstGeom>
                <a:solidFill>
                  <a:srgbClr val="E4EAF6"/>
                </a:solidFill>
                <a:ln w="28575">
                  <a:solidFill>
                    <a:srgbClr val="8E93B7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pic>
              <p:nvPicPr>
                <p:cNvPr id="10" name="图形 9" descr="机器人 纯色填充">
                  <a:extLst>
                    <a:ext uri="{FF2B5EF4-FFF2-40B4-BE49-F238E27FC236}">
                      <a16:creationId xmlns:a16="http://schemas.microsoft.com/office/drawing/2014/main" id="{6F21AA24-638A-1021-9CFA-3846A976D96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rcRect l="33460" t="5301" r="35040" b="60626"/>
                <a:stretch>
                  <a:fillRect/>
                </a:stretch>
              </p:blipFill>
              <p:spPr>
                <a:xfrm>
                  <a:off x="3983935" y="1464466"/>
                  <a:ext cx="816091" cy="706906"/>
                </a:xfrm>
                <a:prstGeom prst="rect">
                  <a:avLst/>
                </a:prstGeom>
              </p:spPr>
            </p:pic>
            <p:sp>
              <p:nvSpPr>
                <p:cNvPr id="15" name="矩形 14">
                  <a:extLst>
                    <a:ext uri="{FF2B5EF4-FFF2-40B4-BE49-F238E27FC236}">
                      <a16:creationId xmlns:a16="http://schemas.microsoft.com/office/drawing/2014/main" id="{00F7565D-0686-3ED3-36C8-BA50F3CA5049}"/>
                    </a:ext>
                  </a:extLst>
                </p:cNvPr>
                <p:cNvSpPr/>
                <p:nvPr/>
              </p:nvSpPr>
              <p:spPr>
                <a:xfrm>
                  <a:off x="5364088" y="1412776"/>
                  <a:ext cx="1296144" cy="758596"/>
                </a:xfrm>
                <a:prstGeom prst="rect">
                  <a:avLst/>
                </a:prstGeom>
                <a:solidFill>
                  <a:srgbClr val="E4EAF6"/>
                </a:solidFill>
                <a:ln w="28575">
                  <a:solidFill>
                    <a:srgbClr val="8E93B7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pic>
              <p:nvPicPr>
                <p:cNvPr id="16" name="图形 15" descr="机器人 纯色填充">
                  <a:extLst>
                    <a:ext uri="{FF2B5EF4-FFF2-40B4-BE49-F238E27FC236}">
                      <a16:creationId xmlns:a16="http://schemas.microsoft.com/office/drawing/2014/main" id="{923035D9-D2C3-8FA6-BF54-9E9F6965317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rcRect l="33460" t="5301" r="35040" b="60626"/>
                <a:stretch>
                  <a:fillRect/>
                </a:stretch>
              </p:blipFill>
              <p:spPr>
                <a:xfrm>
                  <a:off x="5580112" y="1464466"/>
                  <a:ext cx="864096" cy="706906"/>
                </a:xfrm>
                <a:prstGeom prst="rect">
                  <a:avLst/>
                </a:prstGeom>
              </p:spPr>
            </p:pic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8" name="文本框 17">
                      <a:extLst>
                        <a:ext uri="{FF2B5EF4-FFF2-40B4-BE49-F238E27FC236}">
                          <a16:creationId xmlns:a16="http://schemas.microsoft.com/office/drawing/2014/main" id="{DE4152A3-32DD-7D8D-ED38-904AA60068D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660232" y="1540059"/>
                      <a:ext cx="432048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···</m:t>
                            </m:r>
                          </m:oMath>
                        </m:oMathPara>
                      </a14:m>
                      <a:endParaRPr lang="zh-CN" altLang="en-US" dirty="0"/>
                    </a:p>
                  </p:txBody>
                </p:sp>
              </mc:Choice>
              <mc:Fallback xmlns="">
                <p:sp>
                  <p:nvSpPr>
                    <p:cNvPr id="18" name="文本框 17">
                      <a:extLst>
                        <a:ext uri="{FF2B5EF4-FFF2-40B4-BE49-F238E27FC236}">
                          <a16:creationId xmlns:a16="http://schemas.microsoft.com/office/drawing/2014/main" id="{DE4152A3-32DD-7D8D-ED38-904AA60068D2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660232" y="1540059"/>
                      <a:ext cx="432048" cy="369332"/>
                    </a:xfrm>
                    <a:prstGeom prst="rect">
                      <a:avLst/>
                    </a:prstGeom>
                    <a:blipFill>
                      <a:blip r:embed="rId3"/>
                      <a:stretch>
                        <a:fillRect b="-15909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20" name="矩形 19">
                  <a:extLst>
                    <a:ext uri="{FF2B5EF4-FFF2-40B4-BE49-F238E27FC236}">
                      <a16:creationId xmlns:a16="http://schemas.microsoft.com/office/drawing/2014/main" id="{4D45404E-1667-C8B3-DFDC-51FCAC8CC168}"/>
                    </a:ext>
                  </a:extLst>
                </p:cNvPr>
                <p:cNvSpPr/>
                <p:nvPr/>
              </p:nvSpPr>
              <p:spPr>
                <a:xfrm>
                  <a:off x="7080824" y="1412776"/>
                  <a:ext cx="1296144" cy="766118"/>
                </a:xfrm>
                <a:prstGeom prst="rect">
                  <a:avLst/>
                </a:prstGeom>
                <a:solidFill>
                  <a:srgbClr val="E4EAF6"/>
                </a:solidFill>
                <a:ln w="28575">
                  <a:solidFill>
                    <a:srgbClr val="8E93B7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pic>
              <p:nvPicPr>
                <p:cNvPr id="21" name="图形 20" descr="机器人 纯色填充">
                  <a:extLst>
                    <a:ext uri="{FF2B5EF4-FFF2-40B4-BE49-F238E27FC236}">
                      <a16:creationId xmlns:a16="http://schemas.microsoft.com/office/drawing/2014/main" id="{D7714B42-6AE7-3456-930F-4747E8E44C2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rcRect l="33460" t="5301" r="35040" b="60626"/>
                <a:stretch>
                  <a:fillRect/>
                </a:stretch>
              </p:blipFill>
              <p:spPr>
                <a:xfrm>
                  <a:off x="7296848" y="1471988"/>
                  <a:ext cx="864096" cy="706906"/>
                </a:xfrm>
                <a:prstGeom prst="rect">
                  <a:avLst/>
                </a:prstGeom>
              </p:spPr>
            </p:pic>
          </p:grpSp>
          <p:sp>
            <p:nvSpPr>
              <p:cNvPr id="57" name="矩形: 圆角 56">
                <a:extLst>
                  <a:ext uri="{FF2B5EF4-FFF2-40B4-BE49-F238E27FC236}">
                    <a16:creationId xmlns:a16="http://schemas.microsoft.com/office/drawing/2014/main" id="{E40A8717-2467-7D4F-DAB0-40C56C5C82A4}"/>
                  </a:ext>
                </a:extLst>
              </p:cNvPr>
              <p:cNvSpPr/>
              <p:nvPr/>
            </p:nvSpPr>
            <p:spPr>
              <a:xfrm>
                <a:off x="3707904" y="592268"/>
                <a:ext cx="4669064" cy="434633"/>
              </a:xfrm>
              <a:prstGeom prst="roundRect">
                <a:avLst/>
              </a:prstGeom>
              <a:solidFill>
                <a:srgbClr val="F8E6E0"/>
              </a:solidFill>
              <a:ln w="19050">
                <a:solidFill>
                  <a:srgbClr val="C49597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400" dirty="0">
                    <a:solidFill>
                      <a:schemeClr val="tx1"/>
                    </a:solidFill>
                  </a:rPr>
                  <a:t>中央控制器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8" name="文本框 57">
                    <a:extLst>
                      <a:ext uri="{FF2B5EF4-FFF2-40B4-BE49-F238E27FC236}">
                        <a16:creationId xmlns:a16="http://schemas.microsoft.com/office/drawing/2014/main" id="{EC1F8D47-8B53-269E-D147-6838B413039B}"/>
                      </a:ext>
                    </a:extLst>
                  </p:cNvPr>
                  <p:cNvSpPr txBox="1"/>
                  <p:nvPr/>
                </p:nvSpPr>
                <p:spPr>
                  <a:xfrm>
                    <a:off x="4462914" y="1185248"/>
                    <a:ext cx="674223" cy="215444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e>
                            <m:sub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400" dirty="0"/>
                  </a:p>
                </p:txBody>
              </p:sp>
            </mc:Choice>
            <mc:Fallback xmlns="">
              <p:sp>
                <p:nvSpPr>
                  <p:cNvPr id="58" name="文本框 57">
                    <a:extLst>
                      <a:ext uri="{FF2B5EF4-FFF2-40B4-BE49-F238E27FC236}">
                        <a16:creationId xmlns:a16="http://schemas.microsoft.com/office/drawing/2014/main" id="{EC1F8D47-8B53-269E-D147-6838B413039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462914" y="1185248"/>
                    <a:ext cx="674223" cy="215444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5769" r="-4808" b="-57692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61" name="直接箭头连接符 60">
                <a:extLst>
                  <a:ext uri="{FF2B5EF4-FFF2-40B4-BE49-F238E27FC236}">
                    <a16:creationId xmlns:a16="http://schemas.microsoft.com/office/drawing/2014/main" id="{18A46152-884F-95ED-164A-16441102B079}"/>
                  </a:ext>
                </a:extLst>
              </p:cNvPr>
              <p:cNvCxnSpPr>
                <a:cxnSpLocks/>
                <a:stCxn id="8" idx="0"/>
              </p:cNvCxnSpPr>
              <p:nvPr/>
            </p:nvCxnSpPr>
            <p:spPr>
              <a:xfrm flipV="1">
                <a:off x="4391980" y="1054218"/>
                <a:ext cx="0" cy="528544"/>
              </a:xfrm>
              <a:prstGeom prst="straightConnector1">
                <a:avLst/>
              </a:prstGeom>
              <a:ln w="19050">
                <a:solidFill>
                  <a:schemeClr val="tx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直接箭头连接符 64">
                <a:extLst>
                  <a:ext uri="{FF2B5EF4-FFF2-40B4-BE49-F238E27FC236}">
                    <a16:creationId xmlns:a16="http://schemas.microsoft.com/office/drawing/2014/main" id="{A3CAD6B5-C72D-3900-B2E8-7DC6A35146D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012160" y="1028248"/>
                <a:ext cx="0" cy="528544"/>
              </a:xfrm>
              <a:prstGeom prst="straightConnector1">
                <a:avLst/>
              </a:prstGeom>
              <a:ln w="19050">
                <a:solidFill>
                  <a:schemeClr val="tx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直接箭头连接符 65">
                <a:extLst>
                  <a:ext uri="{FF2B5EF4-FFF2-40B4-BE49-F238E27FC236}">
                    <a16:creationId xmlns:a16="http://schemas.microsoft.com/office/drawing/2014/main" id="{90018C50-7032-BFC9-E07B-B665B29F666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740352" y="1052736"/>
                <a:ext cx="0" cy="528544"/>
              </a:xfrm>
              <a:prstGeom prst="straightConnector1">
                <a:avLst/>
              </a:prstGeom>
              <a:ln w="19050">
                <a:solidFill>
                  <a:schemeClr val="tx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7" name="文本框 66">
                    <a:extLst>
                      <a:ext uri="{FF2B5EF4-FFF2-40B4-BE49-F238E27FC236}">
                        <a16:creationId xmlns:a16="http://schemas.microsoft.com/office/drawing/2014/main" id="{7B83E59E-2412-2CE4-B161-D6846111EE24}"/>
                      </a:ext>
                    </a:extLst>
                  </p:cNvPr>
                  <p:cNvSpPr txBox="1"/>
                  <p:nvPr/>
                </p:nvSpPr>
                <p:spPr>
                  <a:xfrm>
                    <a:off x="6083093" y="1205537"/>
                    <a:ext cx="686726" cy="215444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e>
                            <m:sub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400" dirty="0"/>
                  </a:p>
                </p:txBody>
              </p:sp>
            </mc:Choice>
            <mc:Fallback xmlns="">
              <p:sp>
                <p:nvSpPr>
                  <p:cNvPr id="67" name="文本框 66">
                    <a:extLst>
                      <a:ext uri="{FF2B5EF4-FFF2-40B4-BE49-F238E27FC236}">
                        <a16:creationId xmlns:a16="http://schemas.microsoft.com/office/drawing/2014/main" id="{7B83E59E-2412-2CE4-B161-D6846111EE2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083093" y="1205537"/>
                    <a:ext cx="686726" cy="215444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l="-5607" r="-3738" b="-57692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8" name="文本框 67">
                    <a:extLst>
                      <a:ext uri="{FF2B5EF4-FFF2-40B4-BE49-F238E27FC236}">
                        <a16:creationId xmlns:a16="http://schemas.microsoft.com/office/drawing/2014/main" id="{FBE52E1A-F014-37A6-D9F3-F01E1ACDC8DD}"/>
                      </a:ext>
                    </a:extLst>
                  </p:cNvPr>
                  <p:cNvSpPr txBox="1"/>
                  <p:nvPr/>
                </p:nvSpPr>
                <p:spPr>
                  <a:xfrm>
                    <a:off x="7851524" y="1214321"/>
                    <a:ext cx="710964" cy="215444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e>
                            <m:sub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altLang="zh-CN" sz="1400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400" dirty="0"/>
                  </a:p>
                </p:txBody>
              </p:sp>
            </mc:Choice>
            <mc:Fallback xmlns="">
              <p:sp>
                <p:nvSpPr>
                  <p:cNvPr id="68" name="文本框 67">
                    <a:extLst>
                      <a:ext uri="{FF2B5EF4-FFF2-40B4-BE49-F238E27FC236}">
                        <a16:creationId xmlns:a16="http://schemas.microsoft.com/office/drawing/2014/main" id="{FBE52E1A-F014-37A6-D9F3-F01E1ACDC8D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851524" y="1214321"/>
                    <a:ext cx="710964" cy="215444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l="-6306" r="-1802" b="-50000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69" name="矩形: 圆角 68">
                <a:extLst>
                  <a:ext uri="{FF2B5EF4-FFF2-40B4-BE49-F238E27FC236}">
                    <a16:creationId xmlns:a16="http://schemas.microsoft.com/office/drawing/2014/main" id="{1338F025-0195-0552-A951-27841FF17579}"/>
                  </a:ext>
                </a:extLst>
              </p:cNvPr>
              <p:cNvSpPr/>
              <p:nvPr/>
            </p:nvSpPr>
            <p:spPr>
              <a:xfrm>
                <a:off x="3677628" y="2989486"/>
                <a:ext cx="4669064" cy="434633"/>
              </a:xfrm>
              <a:prstGeom prst="roundRect">
                <a:avLst/>
              </a:prstGeom>
              <a:solidFill>
                <a:srgbClr val="C6E1B5"/>
              </a:solidFill>
              <a:ln w="19050">
                <a:solidFill>
                  <a:srgbClr val="6C964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400" dirty="0">
                    <a:solidFill>
                      <a:schemeClr val="tx1"/>
                    </a:solidFill>
                  </a:rPr>
                  <a:t>环  境</a:t>
                </a:r>
              </a:p>
            </p:txBody>
          </p:sp>
          <p:cxnSp>
            <p:nvCxnSpPr>
              <p:cNvPr id="74" name="直接箭头连接符 73">
                <a:extLst>
                  <a:ext uri="{FF2B5EF4-FFF2-40B4-BE49-F238E27FC236}">
                    <a16:creationId xmlns:a16="http://schemas.microsoft.com/office/drawing/2014/main" id="{D3652F3E-5337-3B09-1EF3-BDAD3FC5FC6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83968" y="2348880"/>
                <a:ext cx="0" cy="568598"/>
              </a:xfrm>
              <a:prstGeom prst="straightConnector1">
                <a:avLst/>
              </a:prstGeom>
              <a:ln w="19050">
                <a:solidFill>
                  <a:schemeClr val="tx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直接箭头连接符 78">
                <a:extLst>
                  <a:ext uri="{FF2B5EF4-FFF2-40B4-BE49-F238E27FC236}">
                    <a16:creationId xmlns:a16="http://schemas.microsoft.com/office/drawing/2014/main" id="{2E8C5C0E-1703-4A60-6305-3776D743802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868144" y="2348880"/>
                <a:ext cx="0" cy="568598"/>
              </a:xfrm>
              <a:prstGeom prst="straightConnector1">
                <a:avLst/>
              </a:prstGeom>
              <a:ln w="19050">
                <a:solidFill>
                  <a:schemeClr val="tx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直接箭头连接符 79">
                <a:extLst>
                  <a:ext uri="{FF2B5EF4-FFF2-40B4-BE49-F238E27FC236}">
                    <a16:creationId xmlns:a16="http://schemas.microsoft.com/office/drawing/2014/main" id="{5152AF0E-57CD-3306-9B51-971D4D07F9A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606067" y="2348880"/>
                <a:ext cx="0" cy="568598"/>
              </a:xfrm>
              <a:prstGeom prst="straightConnector1">
                <a:avLst/>
              </a:prstGeom>
              <a:ln w="19050">
                <a:solidFill>
                  <a:schemeClr val="tx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直接箭头连接符 80">
                <a:extLst>
                  <a:ext uri="{FF2B5EF4-FFF2-40B4-BE49-F238E27FC236}">
                    <a16:creationId xmlns:a16="http://schemas.microsoft.com/office/drawing/2014/main" id="{CF3EDFBC-50C5-860D-7871-F51461A5686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892752" y="2420888"/>
                <a:ext cx="0" cy="576064"/>
              </a:xfrm>
              <a:prstGeom prst="straightConnector1">
                <a:avLst/>
              </a:prstGeom>
              <a:ln w="19050">
                <a:solidFill>
                  <a:schemeClr val="tx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直接箭头连接符 82">
                <a:extLst>
                  <a:ext uri="{FF2B5EF4-FFF2-40B4-BE49-F238E27FC236}">
                    <a16:creationId xmlns:a16="http://schemas.microsoft.com/office/drawing/2014/main" id="{6653B84B-232F-B49A-7D33-A427AA2EA62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156176" y="2420888"/>
                <a:ext cx="0" cy="576064"/>
              </a:xfrm>
              <a:prstGeom prst="straightConnector1">
                <a:avLst/>
              </a:prstGeom>
              <a:ln w="19050">
                <a:solidFill>
                  <a:schemeClr val="tx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直接箭头连接符 83">
                <a:extLst>
                  <a:ext uri="{FF2B5EF4-FFF2-40B4-BE49-F238E27FC236}">
                    <a16:creationId xmlns:a16="http://schemas.microsoft.com/office/drawing/2014/main" id="{38A3F1A7-4059-82F0-FF62-4EC6683BE5D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572000" y="2420888"/>
                <a:ext cx="0" cy="576064"/>
              </a:xfrm>
              <a:prstGeom prst="straightConnector1">
                <a:avLst/>
              </a:prstGeom>
              <a:ln w="19050">
                <a:solidFill>
                  <a:schemeClr val="tx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6" name="文本框 85">
                    <a:extLst>
                      <a:ext uri="{FF2B5EF4-FFF2-40B4-BE49-F238E27FC236}">
                        <a16:creationId xmlns:a16="http://schemas.microsoft.com/office/drawing/2014/main" id="{B979B53A-1BEB-323B-F128-D0918862A227}"/>
                      </a:ext>
                    </a:extLst>
                  </p:cNvPr>
                  <p:cNvSpPr txBox="1"/>
                  <p:nvPr/>
                </p:nvSpPr>
                <p:spPr>
                  <a:xfrm>
                    <a:off x="3975492" y="2551299"/>
                    <a:ext cx="308476" cy="307777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400" dirty="0"/>
                  </a:p>
                </p:txBody>
              </p:sp>
            </mc:Choice>
            <mc:Fallback xmlns="">
              <p:sp>
                <p:nvSpPr>
                  <p:cNvPr id="86" name="文本框 85">
                    <a:extLst>
                      <a:ext uri="{FF2B5EF4-FFF2-40B4-BE49-F238E27FC236}">
                        <a16:creationId xmlns:a16="http://schemas.microsoft.com/office/drawing/2014/main" id="{B979B53A-1BEB-323B-F128-D0918862A22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975492" y="2551299"/>
                    <a:ext cx="308476" cy="307777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r="-2083" b="-32432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7" name="文本框 86">
                    <a:extLst>
                      <a:ext uri="{FF2B5EF4-FFF2-40B4-BE49-F238E27FC236}">
                        <a16:creationId xmlns:a16="http://schemas.microsoft.com/office/drawing/2014/main" id="{DDF3D67A-869F-E057-5CC0-71B2A49A7454}"/>
                      </a:ext>
                    </a:extLst>
                  </p:cNvPr>
                  <p:cNvSpPr txBox="1"/>
                  <p:nvPr/>
                </p:nvSpPr>
                <p:spPr>
                  <a:xfrm>
                    <a:off x="5559668" y="2545159"/>
                    <a:ext cx="308476" cy="307777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400" dirty="0"/>
                  </a:p>
                </p:txBody>
              </p:sp>
            </mc:Choice>
            <mc:Fallback xmlns="">
              <p:sp>
                <p:nvSpPr>
                  <p:cNvPr id="87" name="文本框 86">
                    <a:extLst>
                      <a:ext uri="{FF2B5EF4-FFF2-40B4-BE49-F238E27FC236}">
                        <a16:creationId xmlns:a16="http://schemas.microsoft.com/office/drawing/2014/main" id="{DDF3D67A-869F-E057-5CC0-71B2A49A745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559668" y="2545159"/>
                    <a:ext cx="308476" cy="307777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r="-4167" b="-29730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8" name="文本框 87">
                    <a:extLst>
                      <a:ext uri="{FF2B5EF4-FFF2-40B4-BE49-F238E27FC236}">
                        <a16:creationId xmlns:a16="http://schemas.microsoft.com/office/drawing/2014/main" id="{1160C575-8937-5EE7-85C2-CC003A7060E8}"/>
                      </a:ext>
                    </a:extLst>
                  </p:cNvPr>
                  <p:cNvSpPr txBox="1"/>
                  <p:nvPr/>
                </p:nvSpPr>
                <p:spPr>
                  <a:xfrm>
                    <a:off x="7287860" y="2564904"/>
                    <a:ext cx="308476" cy="307777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400" dirty="0"/>
                  </a:p>
                </p:txBody>
              </p:sp>
            </mc:Choice>
            <mc:Fallback xmlns="">
              <p:sp>
                <p:nvSpPr>
                  <p:cNvPr id="88" name="文本框 87">
                    <a:extLst>
                      <a:ext uri="{FF2B5EF4-FFF2-40B4-BE49-F238E27FC236}">
                        <a16:creationId xmlns:a16="http://schemas.microsoft.com/office/drawing/2014/main" id="{1160C575-8937-5EE7-85C2-CC003A7060E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287860" y="2564904"/>
                    <a:ext cx="308476" cy="307777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r="-6250" b="-27027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0" name="文本框 89">
                    <a:extLst>
                      <a:ext uri="{FF2B5EF4-FFF2-40B4-BE49-F238E27FC236}">
                        <a16:creationId xmlns:a16="http://schemas.microsoft.com/office/drawing/2014/main" id="{A1F84D6E-9AEF-053B-B48B-4D031D3A77BC}"/>
                      </a:ext>
                    </a:extLst>
                  </p:cNvPr>
                  <p:cNvSpPr txBox="1"/>
                  <p:nvPr/>
                </p:nvSpPr>
                <p:spPr>
                  <a:xfrm>
                    <a:off x="7892751" y="2555031"/>
                    <a:ext cx="629816" cy="307777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e>
                            <m:sub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altLang="zh-CN" sz="1400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400" dirty="0"/>
                  </a:p>
                </p:txBody>
              </p:sp>
            </mc:Choice>
            <mc:Fallback xmlns="">
              <p:sp>
                <p:nvSpPr>
                  <p:cNvPr id="90" name="文本框 89">
                    <a:extLst>
                      <a:ext uri="{FF2B5EF4-FFF2-40B4-BE49-F238E27FC236}">
                        <a16:creationId xmlns:a16="http://schemas.microsoft.com/office/drawing/2014/main" id="{A1F84D6E-9AEF-053B-B48B-4D031D3A77B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892751" y="2555031"/>
                    <a:ext cx="629816" cy="307777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b="-27027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1" name="文本框 90">
                    <a:extLst>
                      <a:ext uri="{FF2B5EF4-FFF2-40B4-BE49-F238E27FC236}">
                        <a16:creationId xmlns:a16="http://schemas.microsoft.com/office/drawing/2014/main" id="{F9BE6A51-2150-6FF8-4424-F5EBCCFB8709}"/>
                      </a:ext>
                    </a:extLst>
                  </p:cNvPr>
                  <p:cNvSpPr txBox="1"/>
                  <p:nvPr/>
                </p:nvSpPr>
                <p:spPr>
                  <a:xfrm>
                    <a:off x="6084168" y="2564904"/>
                    <a:ext cx="629816" cy="307777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e>
                            <m:sub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sz="1400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400" dirty="0"/>
                  </a:p>
                </p:txBody>
              </p:sp>
            </mc:Choice>
            <mc:Fallback xmlns="">
              <p:sp>
                <p:nvSpPr>
                  <p:cNvPr id="91" name="文本框 90">
                    <a:extLst>
                      <a:ext uri="{FF2B5EF4-FFF2-40B4-BE49-F238E27FC236}">
                        <a16:creationId xmlns:a16="http://schemas.microsoft.com/office/drawing/2014/main" id="{F9BE6A51-2150-6FF8-4424-F5EBCCFB870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084168" y="2564904"/>
                    <a:ext cx="629816" cy="307777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 b="-29730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2" name="文本框 91">
                    <a:extLst>
                      <a:ext uri="{FF2B5EF4-FFF2-40B4-BE49-F238E27FC236}">
                        <a16:creationId xmlns:a16="http://schemas.microsoft.com/office/drawing/2014/main" id="{E293883E-5C46-EB8D-BE30-147C7FFC292F}"/>
                      </a:ext>
                    </a:extLst>
                  </p:cNvPr>
                  <p:cNvSpPr txBox="1"/>
                  <p:nvPr/>
                </p:nvSpPr>
                <p:spPr>
                  <a:xfrm>
                    <a:off x="4499992" y="2564904"/>
                    <a:ext cx="629816" cy="307777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e>
                            <m:sub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1400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400" dirty="0"/>
                  </a:p>
                </p:txBody>
              </p:sp>
            </mc:Choice>
            <mc:Fallback xmlns="">
              <p:sp>
                <p:nvSpPr>
                  <p:cNvPr id="92" name="文本框 91">
                    <a:extLst>
                      <a:ext uri="{FF2B5EF4-FFF2-40B4-BE49-F238E27FC236}">
                        <a16:creationId xmlns:a16="http://schemas.microsoft.com/office/drawing/2014/main" id="{E293883E-5C46-EB8D-BE30-147C7FFC292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499992" y="2564904"/>
                    <a:ext cx="629816" cy="307777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 b="-29730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93" name="矩形: 圆角 92">
                <a:extLst>
                  <a:ext uri="{FF2B5EF4-FFF2-40B4-BE49-F238E27FC236}">
                    <a16:creationId xmlns:a16="http://schemas.microsoft.com/office/drawing/2014/main" id="{B23C4C96-54FC-A08B-CCF3-96032DBC8E55}"/>
                  </a:ext>
                </a:extLst>
              </p:cNvPr>
              <p:cNvSpPr/>
              <p:nvPr/>
            </p:nvSpPr>
            <p:spPr>
              <a:xfrm>
                <a:off x="3203848" y="404664"/>
                <a:ext cx="5616624" cy="3240360"/>
              </a:xfrm>
              <a:prstGeom prst="roundRect">
                <a:avLst/>
              </a:prstGeom>
              <a:noFill/>
              <a:ln w="19050">
                <a:solidFill>
                  <a:schemeClr val="accent1">
                    <a:lumMod val="75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4" name="文本框 93">
                <a:extLst>
                  <a:ext uri="{FF2B5EF4-FFF2-40B4-BE49-F238E27FC236}">
                    <a16:creationId xmlns:a16="http://schemas.microsoft.com/office/drawing/2014/main" id="{A505048F-867C-140B-C9AA-AFD01A82BC06}"/>
                  </a:ext>
                </a:extLst>
              </p:cNvPr>
              <p:cNvSpPr txBox="1"/>
              <p:nvPr/>
            </p:nvSpPr>
            <p:spPr>
              <a:xfrm>
                <a:off x="5596285" y="25894"/>
                <a:ext cx="1640011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400" dirty="0"/>
                  <a:t>训练阶段</a:t>
                </a:r>
              </a:p>
            </p:txBody>
          </p:sp>
        </p:grpSp>
        <p:grpSp>
          <p:nvGrpSpPr>
            <p:cNvPr id="96" name="组合 95">
              <a:extLst>
                <a:ext uri="{FF2B5EF4-FFF2-40B4-BE49-F238E27FC236}">
                  <a16:creationId xmlns:a16="http://schemas.microsoft.com/office/drawing/2014/main" id="{5D547E1E-FFED-4DF8-B356-9E34A0D6E04D}"/>
                </a:ext>
              </a:extLst>
            </p:cNvPr>
            <p:cNvGrpSpPr/>
            <p:nvPr/>
          </p:nvGrpSpPr>
          <p:grpSpPr>
            <a:xfrm>
              <a:off x="3271143" y="3433593"/>
              <a:ext cx="5328592" cy="2520280"/>
              <a:chOff x="3347864" y="1052736"/>
              <a:chExt cx="5328592" cy="2520280"/>
            </a:xfrm>
          </p:grpSpPr>
          <p:grpSp>
            <p:nvGrpSpPr>
              <p:cNvPr id="97" name="组合 96">
                <a:extLst>
                  <a:ext uri="{FF2B5EF4-FFF2-40B4-BE49-F238E27FC236}">
                    <a16:creationId xmlns:a16="http://schemas.microsoft.com/office/drawing/2014/main" id="{B04ACE32-7D71-ACD6-24FD-4EFEAABE0BE2}"/>
                  </a:ext>
                </a:extLst>
              </p:cNvPr>
              <p:cNvGrpSpPr/>
              <p:nvPr/>
            </p:nvGrpSpPr>
            <p:grpSpPr>
              <a:xfrm>
                <a:off x="3779912" y="1582762"/>
                <a:ext cx="4597056" cy="766118"/>
                <a:chOff x="3779912" y="1412776"/>
                <a:chExt cx="4597056" cy="766118"/>
              </a:xfrm>
            </p:grpSpPr>
            <p:sp>
              <p:nvSpPr>
                <p:cNvPr id="109" name="矩形 108">
                  <a:extLst>
                    <a:ext uri="{FF2B5EF4-FFF2-40B4-BE49-F238E27FC236}">
                      <a16:creationId xmlns:a16="http://schemas.microsoft.com/office/drawing/2014/main" id="{667D744A-FE08-D1BC-3608-502C28D5FA4F}"/>
                    </a:ext>
                  </a:extLst>
                </p:cNvPr>
                <p:cNvSpPr/>
                <p:nvPr/>
              </p:nvSpPr>
              <p:spPr>
                <a:xfrm>
                  <a:off x="3779912" y="1412776"/>
                  <a:ext cx="1224136" cy="758596"/>
                </a:xfrm>
                <a:prstGeom prst="rect">
                  <a:avLst/>
                </a:prstGeom>
                <a:solidFill>
                  <a:srgbClr val="E4EAF6"/>
                </a:solidFill>
                <a:ln w="28575">
                  <a:solidFill>
                    <a:srgbClr val="8E93B7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pic>
              <p:nvPicPr>
                <p:cNvPr id="110" name="图形 109" descr="机器人 纯色填充">
                  <a:extLst>
                    <a:ext uri="{FF2B5EF4-FFF2-40B4-BE49-F238E27FC236}">
                      <a16:creationId xmlns:a16="http://schemas.microsoft.com/office/drawing/2014/main" id="{145EF30B-3EF3-0B2F-1F9E-448692011BA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rcRect l="33460" t="5301" r="35040" b="60626"/>
                <a:stretch>
                  <a:fillRect/>
                </a:stretch>
              </p:blipFill>
              <p:spPr>
                <a:xfrm>
                  <a:off x="3983935" y="1464466"/>
                  <a:ext cx="816091" cy="706906"/>
                </a:xfrm>
                <a:prstGeom prst="rect">
                  <a:avLst/>
                </a:prstGeom>
              </p:spPr>
            </p:pic>
            <p:sp>
              <p:nvSpPr>
                <p:cNvPr id="111" name="矩形 110">
                  <a:extLst>
                    <a:ext uri="{FF2B5EF4-FFF2-40B4-BE49-F238E27FC236}">
                      <a16:creationId xmlns:a16="http://schemas.microsoft.com/office/drawing/2014/main" id="{91F191C2-374E-94F1-3088-2F0000C4A5C1}"/>
                    </a:ext>
                  </a:extLst>
                </p:cNvPr>
                <p:cNvSpPr/>
                <p:nvPr/>
              </p:nvSpPr>
              <p:spPr>
                <a:xfrm>
                  <a:off x="5364088" y="1412776"/>
                  <a:ext cx="1296144" cy="758596"/>
                </a:xfrm>
                <a:prstGeom prst="rect">
                  <a:avLst/>
                </a:prstGeom>
                <a:solidFill>
                  <a:srgbClr val="E4EAF6"/>
                </a:solidFill>
                <a:ln w="28575">
                  <a:solidFill>
                    <a:srgbClr val="8E93B7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pic>
              <p:nvPicPr>
                <p:cNvPr id="112" name="图形 111" descr="机器人 纯色填充">
                  <a:extLst>
                    <a:ext uri="{FF2B5EF4-FFF2-40B4-BE49-F238E27FC236}">
                      <a16:creationId xmlns:a16="http://schemas.microsoft.com/office/drawing/2014/main" id="{D9981BA7-4BAA-2B25-D6C1-16C62E60085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rcRect l="33460" t="5301" r="35040" b="60626"/>
                <a:stretch>
                  <a:fillRect/>
                </a:stretch>
              </p:blipFill>
              <p:spPr>
                <a:xfrm>
                  <a:off x="5580112" y="1464466"/>
                  <a:ext cx="864096" cy="706906"/>
                </a:xfrm>
                <a:prstGeom prst="rect">
                  <a:avLst/>
                </a:prstGeom>
              </p:spPr>
            </p:pic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13" name="文本框 112">
                      <a:extLst>
                        <a:ext uri="{FF2B5EF4-FFF2-40B4-BE49-F238E27FC236}">
                          <a16:creationId xmlns:a16="http://schemas.microsoft.com/office/drawing/2014/main" id="{4DD2A913-5D88-AE20-0AC8-223997F2AB69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660232" y="1540059"/>
                      <a:ext cx="432048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···</m:t>
                            </m:r>
                          </m:oMath>
                        </m:oMathPara>
                      </a14:m>
                      <a:endParaRPr lang="zh-CN" altLang="en-US" dirty="0"/>
                    </a:p>
                  </p:txBody>
                </p:sp>
              </mc:Choice>
              <mc:Fallback xmlns="">
                <p:sp>
                  <p:nvSpPr>
                    <p:cNvPr id="113" name="文本框 112">
                      <a:extLst>
                        <a:ext uri="{FF2B5EF4-FFF2-40B4-BE49-F238E27FC236}">
                          <a16:creationId xmlns:a16="http://schemas.microsoft.com/office/drawing/2014/main" id="{4DD2A913-5D88-AE20-0AC8-223997F2AB69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660232" y="1540059"/>
                      <a:ext cx="432048" cy="369332"/>
                    </a:xfrm>
                    <a:prstGeom prst="rect">
                      <a:avLst/>
                    </a:prstGeom>
                    <a:blipFill>
                      <a:blip r:embed="rId13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114" name="矩形 113">
                  <a:extLst>
                    <a:ext uri="{FF2B5EF4-FFF2-40B4-BE49-F238E27FC236}">
                      <a16:creationId xmlns:a16="http://schemas.microsoft.com/office/drawing/2014/main" id="{54F75277-B2C2-F572-75AD-E030529036DA}"/>
                    </a:ext>
                  </a:extLst>
                </p:cNvPr>
                <p:cNvSpPr/>
                <p:nvPr/>
              </p:nvSpPr>
              <p:spPr>
                <a:xfrm>
                  <a:off x="7080824" y="1412776"/>
                  <a:ext cx="1296144" cy="766118"/>
                </a:xfrm>
                <a:prstGeom prst="rect">
                  <a:avLst/>
                </a:prstGeom>
                <a:solidFill>
                  <a:srgbClr val="E4EAF6"/>
                </a:solidFill>
                <a:ln w="28575">
                  <a:solidFill>
                    <a:srgbClr val="8E93B7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pic>
              <p:nvPicPr>
                <p:cNvPr id="115" name="图形 114" descr="机器人 纯色填充">
                  <a:extLst>
                    <a:ext uri="{FF2B5EF4-FFF2-40B4-BE49-F238E27FC236}">
                      <a16:creationId xmlns:a16="http://schemas.microsoft.com/office/drawing/2014/main" id="{DF094015-F3E9-5F26-3AD6-98C2CB1F634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rcRect l="33460" t="5301" r="35040" b="60626"/>
                <a:stretch>
                  <a:fillRect/>
                </a:stretch>
              </p:blipFill>
              <p:spPr>
                <a:xfrm>
                  <a:off x="7296848" y="1471988"/>
                  <a:ext cx="864096" cy="706906"/>
                </a:xfrm>
                <a:prstGeom prst="rect">
                  <a:avLst/>
                </a:prstGeom>
              </p:spPr>
            </p:pic>
          </p:grpSp>
          <p:sp>
            <p:nvSpPr>
              <p:cNvPr id="98" name="矩形: 圆角 97">
                <a:extLst>
                  <a:ext uri="{FF2B5EF4-FFF2-40B4-BE49-F238E27FC236}">
                    <a16:creationId xmlns:a16="http://schemas.microsoft.com/office/drawing/2014/main" id="{AA88EB87-0260-5E3F-0434-48833AB6667F}"/>
                  </a:ext>
                </a:extLst>
              </p:cNvPr>
              <p:cNvSpPr/>
              <p:nvPr/>
            </p:nvSpPr>
            <p:spPr>
              <a:xfrm>
                <a:off x="3677628" y="2989486"/>
                <a:ext cx="4669064" cy="434633"/>
              </a:xfrm>
              <a:prstGeom prst="roundRect">
                <a:avLst/>
              </a:prstGeom>
              <a:solidFill>
                <a:srgbClr val="C6E1B5"/>
              </a:solidFill>
              <a:ln w="19050">
                <a:solidFill>
                  <a:srgbClr val="6C964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400" dirty="0">
                    <a:solidFill>
                      <a:schemeClr val="tx1"/>
                    </a:solidFill>
                  </a:rPr>
                  <a:t>环  境</a:t>
                </a:r>
              </a:p>
            </p:txBody>
          </p:sp>
          <p:cxnSp>
            <p:nvCxnSpPr>
              <p:cNvPr id="99" name="直接箭头连接符 98">
                <a:extLst>
                  <a:ext uri="{FF2B5EF4-FFF2-40B4-BE49-F238E27FC236}">
                    <a16:creationId xmlns:a16="http://schemas.microsoft.com/office/drawing/2014/main" id="{37B63CE2-4437-77EE-7B37-405B73BFE94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892752" y="2420888"/>
                <a:ext cx="0" cy="576064"/>
              </a:xfrm>
              <a:prstGeom prst="straightConnector1">
                <a:avLst/>
              </a:prstGeom>
              <a:ln w="19050">
                <a:solidFill>
                  <a:schemeClr val="tx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直接箭头连接符 99">
                <a:extLst>
                  <a:ext uri="{FF2B5EF4-FFF2-40B4-BE49-F238E27FC236}">
                    <a16:creationId xmlns:a16="http://schemas.microsoft.com/office/drawing/2014/main" id="{36EEAA14-0812-DB40-9F39-A8B2151C7A1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156176" y="2420888"/>
                <a:ext cx="0" cy="576064"/>
              </a:xfrm>
              <a:prstGeom prst="straightConnector1">
                <a:avLst/>
              </a:prstGeom>
              <a:ln w="19050">
                <a:solidFill>
                  <a:schemeClr val="tx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1" name="直接箭头连接符 100">
                <a:extLst>
                  <a:ext uri="{FF2B5EF4-FFF2-40B4-BE49-F238E27FC236}">
                    <a16:creationId xmlns:a16="http://schemas.microsoft.com/office/drawing/2014/main" id="{1E917509-1AB9-2BE9-AA14-93A37A4A622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572000" y="2420888"/>
                <a:ext cx="0" cy="576064"/>
              </a:xfrm>
              <a:prstGeom prst="straightConnector1">
                <a:avLst/>
              </a:prstGeom>
              <a:ln w="19050">
                <a:solidFill>
                  <a:schemeClr val="tx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2" name="文本框 101">
                    <a:extLst>
                      <a:ext uri="{FF2B5EF4-FFF2-40B4-BE49-F238E27FC236}">
                        <a16:creationId xmlns:a16="http://schemas.microsoft.com/office/drawing/2014/main" id="{C16900F2-FA04-0C1D-057C-FF87DC993A51}"/>
                      </a:ext>
                    </a:extLst>
                  </p:cNvPr>
                  <p:cNvSpPr txBox="1"/>
                  <p:nvPr/>
                </p:nvSpPr>
                <p:spPr>
                  <a:xfrm>
                    <a:off x="7892751" y="2555031"/>
                    <a:ext cx="629816" cy="307777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e>
                            <m:sub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400" dirty="0"/>
                  </a:p>
                </p:txBody>
              </p:sp>
            </mc:Choice>
            <mc:Fallback xmlns="">
              <p:sp>
                <p:nvSpPr>
                  <p:cNvPr id="102" name="文本框 101">
                    <a:extLst>
                      <a:ext uri="{FF2B5EF4-FFF2-40B4-BE49-F238E27FC236}">
                        <a16:creationId xmlns:a16="http://schemas.microsoft.com/office/drawing/2014/main" id="{C16900F2-FA04-0C1D-057C-FF87DC993A5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892751" y="2555031"/>
                    <a:ext cx="629816" cy="307777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3" name="文本框 102">
                    <a:extLst>
                      <a:ext uri="{FF2B5EF4-FFF2-40B4-BE49-F238E27FC236}">
                        <a16:creationId xmlns:a16="http://schemas.microsoft.com/office/drawing/2014/main" id="{734C5E48-D425-3892-3C54-66D74FC7424F}"/>
                      </a:ext>
                    </a:extLst>
                  </p:cNvPr>
                  <p:cNvSpPr txBox="1"/>
                  <p:nvPr/>
                </p:nvSpPr>
                <p:spPr>
                  <a:xfrm>
                    <a:off x="6084168" y="2564904"/>
                    <a:ext cx="629816" cy="307777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e>
                            <m:sub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400" dirty="0"/>
                  </a:p>
                </p:txBody>
              </p:sp>
            </mc:Choice>
            <mc:Fallback xmlns="">
              <p:sp>
                <p:nvSpPr>
                  <p:cNvPr id="103" name="文本框 102">
                    <a:extLst>
                      <a:ext uri="{FF2B5EF4-FFF2-40B4-BE49-F238E27FC236}">
                        <a16:creationId xmlns:a16="http://schemas.microsoft.com/office/drawing/2014/main" id="{734C5E48-D425-3892-3C54-66D74FC7424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084168" y="2564904"/>
                    <a:ext cx="629816" cy="307777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4" name="文本框 103">
                    <a:extLst>
                      <a:ext uri="{FF2B5EF4-FFF2-40B4-BE49-F238E27FC236}">
                        <a16:creationId xmlns:a16="http://schemas.microsoft.com/office/drawing/2014/main" id="{055A984B-45BC-9088-79C1-89679E72E243}"/>
                      </a:ext>
                    </a:extLst>
                  </p:cNvPr>
                  <p:cNvSpPr txBox="1"/>
                  <p:nvPr/>
                </p:nvSpPr>
                <p:spPr>
                  <a:xfrm>
                    <a:off x="4499992" y="2564904"/>
                    <a:ext cx="629816" cy="307777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e>
                            <m:sub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400" dirty="0"/>
                  </a:p>
                </p:txBody>
              </p:sp>
            </mc:Choice>
            <mc:Fallback xmlns="">
              <p:sp>
                <p:nvSpPr>
                  <p:cNvPr id="104" name="文本框 103">
                    <a:extLst>
                      <a:ext uri="{FF2B5EF4-FFF2-40B4-BE49-F238E27FC236}">
                        <a16:creationId xmlns:a16="http://schemas.microsoft.com/office/drawing/2014/main" id="{055A984B-45BC-9088-79C1-89679E72E24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499992" y="2564904"/>
                    <a:ext cx="629816" cy="307777"/>
                  </a:xfrm>
                  <a:prstGeom prst="rect">
                    <a:avLst/>
                  </a:prstGeom>
                  <a:blipFill>
                    <a:blip r:embed="rId1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5" name="文本框 104">
                    <a:extLst>
                      <a:ext uri="{FF2B5EF4-FFF2-40B4-BE49-F238E27FC236}">
                        <a16:creationId xmlns:a16="http://schemas.microsoft.com/office/drawing/2014/main" id="{AB38E498-9293-804F-FEAE-D324E7DFF81C}"/>
                      </a:ext>
                    </a:extLst>
                  </p:cNvPr>
                  <p:cNvSpPr txBox="1"/>
                  <p:nvPr/>
                </p:nvSpPr>
                <p:spPr>
                  <a:xfrm>
                    <a:off x="3779912" y="1197332"/>
                    <a:ext cx="1210138" cy="215444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~</m:t>
                          </m:r>
                          <m:r>
                            <a:rPr lang="zh-CN" altLang="en-US" sz="1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  <m:d>
                            <m:dPr>
                              <m:ctrlPr>
                                <a:rPr lang="en-US" altLang="zh-CN" sz="1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∙</m:t>
                              </m:r>
                            </m:e>
                            <m:e>
                              <m:sSup>
                                <m:sSupPr>
                                  <m:ctrlPr>
                                    <a:rPr lang="en-US" altLang="zh-CN" sz="14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𝑜</m:t>
                                  </m:r>
                                </m:e>
                                <m:sup>
                                  <m:r>
                                    <a:rPr lang="en-US" altLang="zh-CN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p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;</m:t>
                              </m:r>
                              <m:sSup>
                                <m:sSupPr>
                                  <m:ctrlPr>
                                    <a:rPr lang="en-US" altLang="zh-CN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p>
                                  <m:r>
                                    <a:rPr lang="en-US" altLang="zh-CN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p>
                            </m:e>
                          </m:d>
                        </m:oMath>
                      </m:oMathPara>
                    </a14:m>
                    <a:endParaRPr lang="zh-CN" altLang="en-US" sz="1400" dirty="0"/>
                  </a:p>
                </p:txBody>
              </p:sp>
            </mc:Choice>
            <mc:Fallback xmlns="">
              <p:sp>
                <p:nvSpPr>
                  <p:cNvPr id="105" name="文本框 104">
                    <a:extLst>
                      <a:ext uri="{FF2B5EF4-FFF2-40B4-BE49-F238E27FC236}">
                        <a16:creationId xmlns:a16="http://schemas.microsoft.com/office/drawing/2014/main" id="{AB38E498-9293-804F-FEAE-D324E7DFF81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779912" y="1197332"/>
                    <a:ext cx="1210138" cy="215444"/>
                  </a:xfrm>
                  <a:prstGeom prst="rect">
                    <a:avLst/>
                  </a:prstGeom>
                  <a:blipFill>
                    <a:blip r:embed="rId17"/>
                    <a:stretch>
                      <a:fillRect l="-1005" b="-17143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6" name="文本框 105">
                    <a:extLst>
                      <a:ext uri="{FF2B5EF4-FFF2-40B4-BE49-F238E27FC236}">
                        <a16:creationId xmlns:a16="http://schemas.microsoft.com/office/drawing/2014/main" id="{40F59795-07C8-797B-43A1-9B580928DC45}"/>
                      </a:ext>
                    </a:extLst>
                  </p:cNvPr>
                  <p:cNvSpPr txBox="1"/>
                  <p:nvPr/>
                </p:nvSpPr>
                <p:spPr>
                  <a:xfrm>
                    <a:off x="5378086" y="1196752"/>
                    <a:ext cx="1222001" cy="215444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~</m:t>
                          </m:r>
                          <m:r>
                            <a:rPr lang="zh-CN" altLang="en-US" sz="1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  <m:d>
                            <m:dPr>
                              <m:ctrlPr>
                                <a:rPr lang="en-US" altLang="zh-CN" sz="1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∙</m:t>
                              </m:r>
                            </m:e>
                            <m:e>
                              <m:sSup>
                                <m:sSupPr>
                                  <m:ctrlPr>
                                    <a:rPr lang="en-US" altLang="zh-CN" sz="14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𝑜</m:t>
                                  </m:r>
                                </m:e>
                                <m:sup>
                                  <m:r>
                                    <a:rPr lang="en-US" altLang="zh-CN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;</m:t>
                              </m:r>
                              <m:sSup>
                                <m:sSupPr>
                                  <m:ctrlPr>
                                    <a:rPr lang="en-US" altLang="zh-CN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p>
                                  <m:r>
                                    <a:rPr lang="en-US" altLang="zh-CN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</m:oMath>
                      </m:oMathPara>
                    </a14:m>
                    <a:endParaRPr lang="zh-CN" altLang="en-US" sz="1400" dirty="0"/>
                  </a:p>
                </p:txBody>
              </p:sp>
            </mc:Choice>
            <mc:Fallback xmlns="">
              <p:sp>
                <p:nvSpPr>
                  <p:cNvPr id="106" name="文本框 105">
                    <a:extLst>
                      <a:ext uri="{FF2B5EF4-FFF2-40B4-BE49-F238E27FC236}">
                        <a16:creationId xmlns:a16="http://schemas.microsoft.com/office/drawing/2014/main" id="{40F59795-07C8-797B-43A1-9B580928DC4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378086" y="1196752"/>
                    <a:ext cx="1222001" cy="215444"/>
                  </a:xfrm>
                  <a:prstGeom prst="rect">
                    <a:avLst/>
                  </a:prstGeom>
                  <a:blipFill>
                    <a:blip r:embed="rId18"/>
                    <a:stretch>
                      <a:fillRect l="-1500" b="-17143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7" name="文本框 106">
                    <a:extLst>
                      <a:ext uri="{FF2B5EF4-FFF2-40B4-BE49-F238E27FC236}">
                        <a16:creationId xmlns:a16="http://schemas.microsoft.com/office/drawing/2014/main" id="{8EC681B8-6699-C9C6-447B-ECB033050EDB}"/>
                      </a:ext>
                    </a:extLst>
                  </p:cNvPr>
                  <p:cNvSpPr txBox="1"/>
                  <p:nvPr/>
                </p:nvSpPr>
                <p:spPr>
                  <a:xfrm>
                    <a:off x="7178286" y="1196752"/>
                    <a:ext cx="1257587" cy="215444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altLang="zh-CN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~</m:t>
                          </m:r>
                          <m:r>
                            <a:rPr lang="zh-CN" altLang="en-US" sz="1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  <m:d>
                            <m:dPr>
                              <m:ctrlPr>
                                <a:rPr lang="en-US" altLang="zh-CN" sz="1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∙</m:t>
                              </m:r>
                            </m:e>
                            <m:e>
                              <m:sSup>
                                <m:sSupPr>
                                  <m:ctrlPr>
                                    <a:rPr lang="en-US" altLang="zh-CN" sz="14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𝑜</m:t>
                                  </m:r>
                                </m:e>
                                <m:sup>
                                  <m:r>
                                    <a:rPr lang="en-US" altLang="zh-CN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;</m:t>
                              </m:r>
                              <m:sSup>
                                <m:sSupPr>
                                  <m:ctrlPr>
                                    <a:rPr lang="en-US" altLang="zh-CN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p>
                                  <m:r>
                                    <a:rPr lang="en-US" altLang="zh-CN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</m:e>
                          </m:d>
                        </m:oMath>
                      </m:oMathPara>
                    </a14:m>
                    <a:endParaRPr lang="zh-CN" altLang="en-US" sz="1400" dirty="0"/>
                  </a:p>
                </p:txBody>
              </p:sp>
            </mc:Choice>
            <mc:Fallback xmlns="">
              <p:sp>
                <p:nvSpPr>
                  <p:cNvPr id="107" name="文本框 106">
                    <a:extLst>
                      <a:ext uri="{FF2B5EF4-FFF2-40B4-BE49-F238E27FC236}">
                        <a16:creationId xmlns:a16="http://schemas.microsoft.com/office/drawing/2014/main" id="{8EC681B8-6699-C9C6-447B-ECB033050ED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178286" y="1196752"/>
                    <a:ext cx="1257587" cy="215444"/>
                  </a:xfrm>
                  <a:prstGeom prst="rect">
                    <a:avLst/>
                  </a:prstGeom>
                  <a:blipFill>
                    <a:blip r:embed="rId19"/>
                    <a:stretch>
                      <a:fillRect l="-1456" b="-17143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08" name="矩形: 圆角 107">
                <a:extLst>
                  <a:ext uri="{FF2B5EF4-FFF2-40B4-BE49-F238E27FC236}">
                    <a16:creationId xmlns:a16="http://schemas.microsoft.com/office/drawing/2014/main" id="{6E3914D3-3F0E-03BC-9F65-D25FAD17E04A}"/>
                  </a:ext>
                </a:extLst>
              </p:cNvPr>
              <p:cNvSpPr/>
              <p:nvPr/>
            </p:nvSpPr>
            <p:spPr>
              <a:xfrm>
                <a:off x="3347864" y="1052736"/>
                <a:ext cx="5328592" cy="2520280"/>
              </a:xfrm>
              <a:prstGeom prst="roundRect">
                <a:avLst/>
              </a:prstGeom>
              <a:noFill/>
              <a:ln w="19050">
                <a:solidFill>
                  <a:srgbClr val="FFC000"/>
                </a:solidFill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16" name="箭头: 下 115">
              <a:extLst>
                <a:ext uri="{FF2B5EF4-FFF2-40B4-BE49-F238E27FC236}">
                  <a16:creationId xmlns:a16="http://schemas.microsoft.com/office/drawing/2014/main" id="{E78EDBFD-9067-E3B0-D436-8368BEB7FEA1}"/>
                </a:ext>
              </a:extLst>
            </p:cNvPr>
            <p:cNvSpPr/>
            <p:nvPr/>
          </p:nvSpPr>
          <p:spPr>
            <a:xfrm>
              <a:off x="7730358" y="2780928"/>
              <a:ext cx="176376" cy="652665"/>
            </a:xfrm>
            <a:prstGeom prst="down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7" name="文本框 116">
                  <a:extLst>
                    <a:ext uri="{FF2B5EF4-FFF2-40B4-BE49-F238E27FC236}">
                      <a16:creationId xmlns:a16="http://schemas.microsoft.com/office/drawing/2014/main" id="{A9754793-B116-5D92-7D27-9835B9ED0322}"/>
                    </a:ext>
                  </a:extLst>
                </p:cNvPr>
                <p:cNvSpPr txBox="1"/>
                <p:nvPr/>
              </p:nvSpPr>
              <p:spPr>
                <a:xfrm>
                  <a:off x="7917907" y="2935472"/>
                  <a:ext cx="205313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i="1" smtClean="0">
                            <a:latin typeface="Cambria Math" panose="02040503050406030204" pitchFamily="18" charset="0"/>
                          </a:rPr>
                          <m:t>𝜋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17" name="文本框 116">
                  <a:extLst>
                    <a:ext uri="{FF2B5EF4-FFF2-40B4-BE49-F238E27FC236}">
                      <a16:creationId xmlns:a16="http://schemas.microsoft.com/office/drawing/2014/main" id="{A9754793-B116-5D92-7D27-9835B9ED032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17907" y="2935472"/>
                  <a:ext cx="205313" cy="276999"/>
                </a:xfrm>
                <a:prstGeom prst="rect">
                  <a:avLst/>
                </a:prstGeom>
                <a:blipFill>
                  <a:blip r:embed="rId20"/>
                  <a:stretch>
                    <a:fillRect l="-14706" r="-11765" b="-222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8" name="文本框 117">
              <a:extLst>
                <a:ext uri="{FF2B5EF4-FFF2-40B4-BE49-F238E27FC236}">
                  <a16:creationId xmlns:a16="http://schemas.microsoft.com/office/drawing/2014/main" id="{D42FBDF3-AF1E-1CFE-E554-0AB4C5E66D5B}"/>
                </a:ext>
              </a:extLst>
            </p:cNvPr>
            <p:cNvSpPr txBox="1"/>
            <p:nvPr/>
          </p:nvSpPr>
          <p:spPr>
            <a:xfrm>
              <a:off x="5473596" y="3085836"/>
              <a:ext cx="155590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dirty="0"/>
                <a:t>执行阶段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783211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组合 37">
            <a:extLst>
              <a:ext uri="{FF2B5EF4-FFF2-40B4-BE49-F238E27FC236}">
                <a16:creationId xmlns:a16="http://schemas.microsoft.com/office/drawing/2014/main" id="{DC22C400-6FEB-E499-ABE3-BCB6DE7E1594}"/>
              </a:ext>
            </a:extLst>
          </p:cNvPr>
          <p:cNvGrpSpPr/>
          <p:nvPr/>
        </p:nvGrpSpPr>
        <p:grpSpPr>
          <a:xfrm>
            <a:off x="3347864" y="1052736"/>
            <a:ext cx="5328592" cy="2520280"/>
            <a:chOff x="3347864" y="1052736"/>
            <a:chExt cx="5328592" cy="2520280"/>
          </a:xfrm>
        </p:grpSpPr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6F366C72-F1ED-83C7-B7FB-AE53B09062F7}"/>
                </a:ext>
              </a:extLst>
            </p:cNvPr>
            <p:cNvGrpSpPr/>
            <p:nvPr/>
          </p:nvGrpSpPr>
          <p:grpSpPr>
            <a:xfrm>
              <a:off x="3779912" y="1582762"/>
              <a:ext cx="4597056" cy="766118"/>
              <a:chOff x="3779912" y="1412776"/>
              <a:chExt cx="4597056" cy="766118"/>
            </a:xfrm>
          </p:grpSpPr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7E04C375-A0C6-6E1B-64E1-075744D84B74}"/>
                  </a:ext>
                </a:extLst>
              </p:cNvPr>
              <p:cNvSpPr/>
              <p:nvPr/>
            </p:nvSpPr>
            <p:spPr>
              <a:xfrm>
                <a:off x="3779912" y="1412776"/>
                <a:ext cx="1224136" cy="758596"/>
              </a:xfrm>
              <a:prstGeom prst="rect">
                <a:avLst/>
              </a:prstGeom>
              <a:solidFill>
                <a:srgbClr val="E4EAF6"/>
              </a:solidFill>
              <a:ln w="28575">
                <a:solidFill>
                  <a:srgbClr val="8E93B7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7" name="图形 6" descr="机器人 纯色填充">
                <a:extLst>
                  <a:ext uri="{FF2B5EF4-FFF2-40B4-BE49-F238E27FC236}">
                    <a16:creationId xmlns:a16="http://schemas.microsoft.com/office/drawing/2014/main" id="{572E9DBB-886A-DCE0-B5EC-0912C147B9A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rcRect l="33460" t="5301" r="35040" b="60626"/>
              <a:stretch>
                <a:fillRect/>
              </a:stretch>
            </p:blipFill>
            <p:spPr>
              <a:xfrm>
                <a:off x="3983935" y="1464466"/>
                <a:ext cx="816091" cy="706906"/>
              </a:xfrm>
              <a:prstGeom prst="rect">
                <a:avLst/>
              </a:prstGeom>
            </p:spPr>
          </p:pic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A4D94769-E6E1-2834-185C-C133ADCCC060}"/>
                  </a:ext>
                </a:extLst>
              </p:cNvPr>
              <p:cNvSpPr/>
              <p:nvPr/>
            </p:nvSpPr>
            <p:spPr>
              <a:xfrm>
                <a:off x="5364088" y="1412776"/>
                <a:ext cx="1296144" cy="758596"/>
              </a:xfrm>
              <a:prstGeom prst="rect">
                <a:avLst/>
              </a:prstGeom>
              <a:solidFill>
                <a:srgbClr val="E4EAF6"/>
              </a:solidFill>
              <a:ln w="28575">
                <a:solidFill>
                  <a:srgbClr val="8E93B7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9" name="图形 8" descr="机器人 纯色填充">
                <a:extLst>
                  <a:ext uri="{FF2B5EF4-FFF2-40B4-BE49-F238E27FC236}">
                    <a16:creationId xmlns:a16="http://schemas.microsoft.com/office/drawing/2014/main" id="{7CCD2D3E-73BE-9A7A-065C-385C62974FD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rcRect l="33460" t="5301" r="35040" b="60626"/>
              <a:stretch>
                <a:fillRect/>
              </a:stretch>
            </p:blipFill>
            <p:spPr>
              <a:xfrm>
                <a:off x="5580112" y="1464466"/>
                <a:ext cx="864096" cy="706906"/>
              </a:xfrm>
              <a:prstGeom prst="rect">
                <a:avLst/>
              </a:prstGeom>
            </p:spPr>
          </p:pic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" name="文本框 9">
                    <a:extLst>
                      <a:ext uri="{FF2B5EF4-FFF2-40B4-BE49-F238E27FC236}">
                        <a16:creationId xmlns:a16="http://schemas.microsoft.com/office/drawing/2014/main" id="{D78E83B1-EE03-C399-38AC-3A3990DAF159}"/>
                      </a:ext>
                    </a:extLst>
                  </p:cNvPr>
                  <p:cNvSpPr txBox="1"/>
                  <p:nvPr/>
                </p:nvSpPr>
                <p:spPr>
                  <a:xfrm>
                    <a:off x="6660232" y="1540059"/>
                    <a:ext cx="432048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···</m:t>
                          </m:r>
                        </m:oMath>
                      </m:oMathPara>
                    </a14:m>
                    <a:endParaRPr lang="zh-CN" altLang="en-US" dirty="0"/>
                  </a:p>
                </p:txBody>
              </p:sp>
            </mc:Choice>
            <mc:Fallback xmlns="">
              <p:sp>
                <p:nvSpPr>
                  <p:cNvPr id="10" name="文本框 9">
                    <a:extLst>
                      <a:ext uri="{FF2B5EF4-FFF2-40B4-BE49-F238E27FC236}">
                        <a16:creationId xmlns:a16="http://schemas.microsoft.com/office/drawing/2014/main" id="{D78E83B1-EE03-C399-38AC-3A3990DAF15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660232" y="1540059"/>
                    <a:ext cx="432048" cy="369332"/>
                  </a:xfrm>
                  <a:prstGeom prst="rect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DDAE13CE-198E-C793-7BF8-BCDE9D70CB45}"/>
                  </a:ext>
                </a:extLst>
              </p:cNvPr>
              <p:cNvSpPr/>
              <p:nvPr/>
            </p:nvSpPr>
            <p:spPr>
              <a:xfrm>
                <a:off x="7080824" y="1412776"/>
                <a:ext cx="1296144" cy="766118"/>
              </a:xfrm>
              <a:prstGeom prst="rect">
                <a:avLst/>
              </a:prstGeom>
              <a:solidFill>
                <a:srgbClr val="E4EAF6"/>
              </a:solidFill>
              <a:ln w="28575">
                <a:solidFill>
                  <a:srgbClr val="8E93B7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12" name="图形 11" descr="机器人 纯色填充">
                <a:extLst>
                  <a:ext uri="{FF2B5EF4-FFF2-40B4-BE49-F238E27FC236}">
                    <a16:creationId xmlns:a16="http://schemas.microsoft.com/office/drawing/2014/main" id="{81A0A89F-4755-41A1-0DD5-4A5AED090A5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rcRect l="33460" t="5301" r="35040" b="60626"/>
              <a:stretch>
                <a:fillRect/>
              </a:stretch>
            </p:blipFill>
            <p:spPr>
              <a:xfrm>
                <a:off x="7296848" y="1471988"/>
                <a:ext cx="864096" cy="706906"/>
              </a:xfrm>
              <a:prstGeom prst="rect">
                <a:avLst/>
              </a:prstGeom>
            </p:spPr>
          </p:pic>
        </p:grpSp>
        <p:sp>
          <p:nvSpPr>
            <p:cNvPr id="20" name="矩形: 圆角 19">
              <a:extLst>
                <a:ext uri="{FF2B5EF4-FFF2-40B4-BE49-F238E27FC236}">
                  <a16:creationId xmlns:a16="http://schemas.microsoft.com/office/drawing/2014/main" id="{10FA054A-784B-9357-DA99-7665C69C4272}"/>
                </a:ext>
              </a:extLst>
            </p:cNvPr>
            <p:cNvSpPr/>
            <p:nvPr/>
          </p:nvSpPr>
          <p:spPr>
            <a:xfrm>
              <a:off x="3677628" y="2989486"/>
              <a:ext cx="4669064" cy="434633"/>
            </a:xfrm>
            <a:prstGeom prst="roundRect">
              <a:avLst/>
            </a:prstGeom>
            <a:solidFill>
              <a:srgbClr val="C6E1B5"/>
            </a:solidFill>
            <a:ln w="19050">
              <a:solidFill>
                <a:srgbClr val="6C964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dirty="0">
                  <a:solidFill>
                    <a:schemeClr val="tx1"/>
                  </a:solidFill>
                </a:rPr>
                <a:t>环  境</a:t>
              </a:r>
            </a:p>
          </p:txBody>
        </p:sp>
        <p:cxnSp>
          <p:nvCxnSpPr>
            <p:cNvPr id="24" name="直接箭头连接符 23">
              <a:extLst>
                <a:ext uri="{FF2B5EF4-FFF2-40B4-BE49-F238E27FC236}">
                  <a16:creationId xmlns:a16="http://schemas.microsoft.com/office/drawing/2014/main" id="{4CAB9664-243B-D933-F31B-2DEE09182F0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892752" y="2420888"/>
              <a:ext cx="0" cy="576064"/>
            </a:xfrm>
            <a:prstGeom prst="straightConnector1">
              <a:avLst/>
            </a:prstGeom>
            <a:ln w="19050">
              <a:solidFill>
                <a:schemeClr val="tx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箭头连接符 24">
              <a:extLst>
                <a:ext uri="{FF2B5EF4-FFF2-40B4-BE49-F238E27FC236}">
                  <a16:creationId xmlns:a16="http://schemas.microsoft.com/office/drawing/2014/main" id="{BB0BA862-A364-1F11-B507-D3BACA00230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56176" y="2420888"/>
              <a:ext cx="0" cy="576064"/>
            </a:xfrm>
            <a:prstGeom prst="straightConnector1">
              <a:avLst/>
            </a:prstGeom>
            <a:ln w="19050">
              <a:solidFill>
                <a:schemeClr val="tx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箭头连接符 25">
              <a:extLst>
                <a:ext uri="{FF2B5EF4-FFF2-40B4-BE49-F238E27FC236}">
                  <a16:creationId xmlns:a16="http://schemas.microsoft.com/office/drawing/2014/main" id="{898B5CB3-A926-7869-19A7-3BBC183A4EA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72000" y="2420888"/>
              <a:ext cx="0" cy="576064"/>
            </a:xfrm>
            <a:prstGeom prst="straightConnector1">
              <a:avLst/>
            </a:prstGeom>
            <a:ln w="19050">
              <a:solidFill>
                <a:schemeClr val="tx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文本框 29">
                  <a:extLst>
                    <a:ext uri="{FF2B5EF4-FFF2-40B4-BE49-F238E27FC236}">
                      <a16:creationId xmlns:a16="http://schemas.microsoft.com/office/drawing/2014/main" id="{14CBCCDB-267D-536F-C146-D8A335C02719}"/>
                    </a:ext>
                  </a:extLst>
                </p:cNvPr>
                <p:cNvSpPr txBox="1"/>
                <p:nvPr/>
              </p:nvSpPr>
              <p:spPr>
                <a:xfrm>
                  <a:off x="7892751" y="2555031"/>
                  <a:ext cx="629816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400" i="1">
                                <a:latin typeface="Cambria Math" panose="02040503050406030204" pitchFamily="18" charset="0"/>
                              </a:rPr>
                              <m:t>𝑜</m:t>
                            </m:r>
                          </m:e>
                          <m:sub>
                            <m:r>
                              <a:rPr lang="en-US" altLang="zh-CN" sz="14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oMath>
                    </m:oMathPara>
                  </a14:m>
                  <a:endParaRPr lang="zh-CN" altLang="en-US" sz="1400" dirty="0"/>
                </a:p>
              </p:txBody>
            </p:sp>
          </mc:Choice>
          <mc:Fallback xmlns="">
            <p:sp>
              <p:nvSpPr>
                <p:cNvPr id="30" name="文本框 29">
                  <a:extLst>
                    <a:ext uri="{FF2B5EF4-FFF2-40B4-BE49-F238E27FC236}">
                      <a16:creationId xmlns:a16="http://schemas.microsoft.com/office/drawing/2014/main" id="{14CBCCDB-267D-536F-C146-D8A335C0271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92751" y="2555031"/>
                  <a:ext cx="629816" cy="307777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8B94DD73-8957-385B-56D3-F84DCE1C638B}"/>
                    </a:ext>
                  </a:extLst>
                </p:cNvPr>
                <p:cNvSpPr txBox="1"/>
                <p:nvPr/>
              </p:nvSpPr>
              <p:spPr>
                <a:xfrm>
                  <a:off x="6084168" y="2564904"/>
                  <a:ext cx="629816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400" i="1">
                                <a:latin typeface="Cambria Math" panose="02040503050406030204" pitchFamily="18" charset="0"/>
                              </a:rPr>
                              <m:t>𝑜</m:t>
                            </m:r>
                          </m:e>
                          <m:sub>
                            <m:r>
                              <a:rPr lang="en-US" altLang="zh-CN" sz="1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sz="1400" dirty="0"/>
                </a:p>
              </p:txBody>
            </p:sp>
          </mc:Choice>
          <mc:Fallback xmlns="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8B94DD73-8957-385B-56D3-F84DCE1C638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84168" y="2564904"/>
                  <a:ext cx="629816" cy="307777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文本框 31">
                  <a:extLst>
                    <a:ext uri="{FF2B5EF4-FFF2-40B4-BE49-F238E27FC236}">
                      <a16:creationId xmlns:a16="http://schemas.microsoft.com/office/drawing/2014/main" id="{0C73CA72-108C-CAA8-6080-937F35C1BBE2}"/>
                    </a:ext>
                  </a:extLst>
                </p:cNvPr>
                <p:cNvSpPr txBox="1"/>
                <p:nvPr/>
              </p:nvSpPr>
              <p:spPr>
                <a:xfrm>
                  <a:off x="4499992" y="2564904"/>
                  <a:ext cx="629816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400" i="1">
                                <a:latin typeface="Cambria Math" panose="02040503050406030204" pitchFamily="18" charset="0"/>
                              </a:rPr>
                              <m:t>𝑜</m:t>
                            </m:r>
                          </m:e>
                          <m:sub>
                            <m:r>
                              <a:rPr lang="en-US" altLang="zh-CN" sz="1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1400" dirty="0"/>
                </a:p>
              </p:txBody>
            </p:sp>
          </mc:Choice>
          <mc:Fallback xmlns="">
            <p:sp>
              <p:nvSpPr>
                <p:cNvPr id="32" name="文本框 31">
                  <a:extLst>
                    <a:ext uri="{FF2B5EF4-FFF2-40B4-BE49-F238E27FC236}">
                      <a16:creationId xmlns:a16="http://schemas.microsoft.com/office/drawing/2014/main" id="{0C73CA72-108C-CAA8-6080-937F35C1BBE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99992" y="2564904"/>
                  <a:ext cx="629816" cy="307777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文本框 33">
                  <a:extLst>
                    <a:ext uri="{FF2B5EF4-FFF2-40B4-BE49-F238E27FC236}">
                      <a16:creationId xmlns:a16="http://schemas.microsoft.com/office/drawing/2014/main" id="{CAA82F1F-E145-A128-FF1F-BB12F9835805}"/>
                    </a:ext>
                  </a:extLst>
                </p:cNvPr>
                <p:cNvSpPr txBox="1"/>
                <p:nvPr/>
              </p:nvSpPr>
              <p:spPr>
                <a:xfrm>
                  <a:off x="3779912" y="1197332"/>
                  <a:ext cx="1210138" cy="21544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4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1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~</m:t>
                        </m:r>
                        <m:r>
                          <a:rPr lang="zh-CN" altLang="en-US" sz="1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  <m:d>
                          <m:dPr>
                            <m:ctrlPr>
                              <a:rPr lang="en-US" altLang="zh-CN" sz="1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∙</m:t>
                            </m:r>
                          </m:e>
                          <m:e>
                            <m:sSup>
                              <m:sSupPr>
                                <m:ctrlPr>
                                  <a:rPr lang="en-US" altLang="zh-CN" sz="14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𝑜</m:t>
                                </m:r>
                              </m:e>
                              <m:sup>
                                <m:r>
                                  <a:rPr lang="en-US" altLang="zh-CN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  <m:r>
                              <a:rPr lang="en-US" altLang="zh-CN" sz="1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;</m:t>
                            </m:r>
                            <m:sSup>
                              <m:sSupPr>
                                <m:ctrlPr>
                                  <a:rPr lang="en-US" altLang="zh-CN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zh-CN" altLang="en-US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p>
                                <m:r>
                                  <a:rPr lang="en-US" altLang="zh-CN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</m:e>
                        </m:d>
                      </m:oMath>
                    </m:oMathPara>
                  </a14:m>
                  <a:endParaRPr lang="zh-CN" altLang="en-US" sz="1400" dirty="0"/>
                </a:p>
              </p:txBody>
            </p:sp>
          </mc:Choice>
          <mc:Fallback xmlns="">
            <p:sp>
              <p:nvSpPr>
                <p:cNvPr id="34" name="文本框 33">
                  <a:extLst>
                    <a:ext uri="{FF2B5EF4-FFF2-40B4-BE49-F238E27FC236}">
                      <a16:creationId xmlns:a16="http://schemas.microsoft.com/office/drawing/2014/main" id="{CAA82F1F-E145-A128-FF1F-BB12F983580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79912" y="1197332"/>
                  <a:ext cx="1210138" cy="215444"/>
                </a:xfrm>
                <a:prstGeom prst="rect">
                  <a:avLst/>
                </a:prstGeom>
                <a:blipFill>
                  <a:blip r:embed="rId7"/>
                  <a:stretch>
                    <a:fillRect l="-1005" b="-1388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文本框 34">
                  <a:extLst>
                    <a:ext uri="{FF2B5EF4-FFF2-40B4-BE49-F238E27FC236}">
                      <a16:creationId xmlns:a16="http://schemas.microsoft.com/office/drawing/2014/main" id="{2593C86B-54C0-4FF1-4CB2-2DA60DC93CB0}"/>
                    </a:ext>
                  </a:extLst>
                </p:cNvPr>
                <p:cNvSpPr txBox="1"/>
                <p:nvPr/>
              </p:nvSpPr>
              <p:spPr>
                <a:xfrm>
                  <a:off x="5378086" y="1196752"/>
                  <a:ext cx="1222001" cy="21544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4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1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~</m:t>
                        </m:r>
                        <m:r>
                          <a:rPr lang="zh-CN" altLang="en-US" sz="1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  <m:d>
                          <m:dPr>
                            <m:ctrlPr>
                              <a:rPr lang="en-US" altLang="zh-CN" sz="1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∙</m:t>
                            </m:r>
                          </m:e>
                          <m:e>
                            <m:sSup>
                              <m:sSupPr>
                                <m:ctrlPr>
                                  <a:rPr lang="en-US" altLang="zh-CN" sz="14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𝑜</m:t>
                                </m:r>
                              </m:e>
                              <m:sup>
                                <m:r>
                                  <a:rPr lang="en-US" altLang="zh-CN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zh-CN" sz="1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;</m:t>
                            </m:r>
                            <m:sSup>
                              <m:sSupPr>
                                <m:ctrlPr>
                                  <a:rPr lang="en-US" altLang="zh-CN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zh-CN" altLang="en-US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p>
                                <m:r>
                                  <a:rPr lang="en-US" altLang="zh-CN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oMath>
                    </m:oMathPara>
                  </a14:m>
                  <a:endParaRPr lang="zh-CN" altLang="en-US" sz="1400" dirty="0"/>
                </a:p>
              </p:txBody>
            </p:sp>
          </mc:Choice>
          <mc:Fallback xmlns="">
            <p:sp>
              <p:nvSpPr>
                <p:cNvPr id="35" name="文本框 34">
                  <a:extLst>
                    <a:ext uri="{FF2B5EF4-FFF2-40B4-BE49-F238E27FC236}">
                      <a16:creationId xmlns:a16="http://schemas.microsoft.com/office/drawing/2014/main" id="{2593C86B-54C0-4FF1-4CB2-2DA60DC93CB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78086" y="1196752"/>
                  <a:ext cx="1222001" cy="215444"/>
                </a:xfrm>
                <a:prstGeom prst="rect">
                  <a:avLst/>
                </a:prstGeom>
                <a:blipFill>
                  <a:blip r:embed="rId8"/>
                  <a:stretch>
                    <a:fillRect l="-995" b="-1388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910834DD-C6E8-3CD3-6902-82C0FC74C0D2}"/>
                    </a:ext>
                  </a:extLst>
                </p:cNvPr>
                <p:cNvSpPr txBox="1"/>
                <p:nvPr/>
              </p:nvSpPr>
              <p:spPr>
                <a:xfrm>
                  <a:off x="7178286" y="1196752"/>
                  <a:ext cx="1257587" cy="21544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4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14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altLang="zh-CN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~</m:t>
                        </m:r>
                        <m:r>
                          <a:rPr lang="zh-CN" altLang="en-US" sz="1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  <m:d>
                          <m:dPr>
                            <m:ctrlPr>
                              <a:rPr lang="en-US" altLang="zh-CN" sz="1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∙</m:t>
                            </m:r>
                          </m:e>
                          <m:e>
                            <m:sSup>
                              <m:sSupPr>
                                <m:ctrlPr>
                                  <a:rPr lang="en-US" altLang="zh-CN" sz="14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𝑜</m:t>
                                </m:r>
                              </m:e>
                              <m:sup>
                                <m:r>
                                  <a:rPr lang="en-US" altLang="zh-CN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</m:sSup>
                            <m:r>
                              <a:rPr lang="en-US" altLang="zh-CN" sz="1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;</m:t>
                            </m:r>
                            <m:sSup>
                              <m:sSupPr>
                                <m:ctrlPr>
                                  <a:rPr lang="en-US" altLang="zh-CN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zh-CN" altLang="en-US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p>
                                <m:r>
                                  <a:rPr lang="en-US" altLang="zh-CN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</m:sSup>
                          </m:e>
                        </m:d>
                      </m:oMath>
                    </m:oMathPara>
                  </a14:m>
                  <a:endParaRPr lang="zh-CN" altLang="en-US" sz="1400" dirty="0"/>
                </a:p>
              </p:txBody>
            </p:sp>
          </mc:Choice>
          <mc:Fallback xmlns="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910834DD-C6E8-3CD3-6902-82C0FC74C0D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78286" y="1196752"/>
                  <a:ext cx="1257587" cy="215444"/>
                </a:xfrm>
                <a:prstGeom prst="rect">
                  <a:avLst/>
                </a:prstGeom>
                <a:blipFill>
                  <a:blip r:embed="rId9"/>
                  <a:stretch>
                    <a:fillRect l="-1456" b="-1388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7" name="矩形: 圆角 36">
              <a:extLst>
                <a:ext uri="{FF2B5EF4-FFF2-40B4-BE49-F238E27FC236}">
                  <a16:creationId xmlns:a16="http://schemas.microsoft.com/office/drawing/2014/main" id="{8FD591FF-04E2-7F76-FB99-35D27F291D7D}"/>
                </a:ext>
              </a:extLst>
            </p:cNvPr>
            <p:cNvSpPr/>
            <p:nvPr/>
          </p:nvSpPr>
          <p:spPr>
            <a:xfrm>
              <a:off x="3347864" y="1052736"/>
              <a:ext cx="5328592" cy="2520280"/>
            </a:xfrm>
            <a:prstGeom prst="roundRect">
              <a:avLst/>
            </a:prstGeom>
            <a:noFill/>
            <a:ln w="19050">
              <a:solidFill>
                <a:srgbClr val="FFC00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97379735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4.1,&quot;left&quot;:107.05,&quot;top&quot;:118.7,&quot;width&quot;:471.5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4.1,&quot;left&quot;:107.05,&quot;top&quot;:118.7,&quot;width&quot;:471.5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4.1,&quot;left&quot;:107.05,&quot;top&quot;:118.7,&quot;width&quot;:471.5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4.1,&quot;left&quot;:107.05,&quot;top&quot;:118.7,&quot;width&quot;:471.5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4.1,&quot;left&quot;:107.05,&quot;top&quot;:118.7,&quot;width&quot;:471.5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4.1,&quot;left&quot;:107.05,&quot;top&quot;:118.7,&quot;width&quot;:471.5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4.1,&quot;left&quot;:107.05,&quot;top&quot;:118.7,&quot;width&quot;:471.5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4.1,&quot;left&quot;:107.05,&quot;top&quot;:118.7,&quot;width&quot;:471.5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4.1,&quot;left&quot;:107.05,&quot;top&quot;:118.7,&quot;width&quot;:471.5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4.1,&quot;left&quot;:107.05,&quot;top&quot;:118.7,&quot;width&quot;:471.5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4.1,&quot;left&quot;:107.05,&quot;top&quot;:118.7,&quot;width&quot;:471.5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4.1,&quot;left&quot;:107.05,&quot;top&quot;:118.7,&quot;width&quot;:471.5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4.1,&quot;left&quot;:107.05,&quot;top&quot;:118.7,&quot;width&quot;:471.5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4.1,&quot;left&quot;:107.05,&quot;top&quot;:118.7,&quot;width&quot;:471.5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4.1,&quot;left&quot;:107.05,&quot;top&quot;:118.7,&quot;width&quot;:471.5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4.1,&quot;left&quot;:107.05,&quot;top&quot;:118.7,&quot;width&quot;:471.5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4.1,&quot;left&quot;:107.05,&quot;top&quot;:118.7,&quot;width&quot;:471.5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4.1,&quot;left&quot;:107.05,&quot;top&quot;:118.7,&quot;width&quot;:471.5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4.1,&quot;left&quot;:107.05,&quot;top&quot;:118.7,&quot;width&quot;:471.5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4.1,&quot;left&quot;:107.05,&quot;top&quot;:118.7,&quot;width&quot;:471.5}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4.1,&quot;left&quot;:107.05,&quot;top&quot;:118.7,&quot;width&quot;:471.5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4.1,&quot;left&quot;:107.05,&quot;top&quot;:118.7,&quot;width&quot;:471.5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4.1,&quot;left&quot;:107.05,&quot;top&quot;:118.7,&quot;width&quot;:471.5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4.1,&quot;left&quot;:107.05,&quot;top&quot;:118.7,&quot;width&quot;:471.5}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4.1,&quot;left&quot;:107.05,&quot;top&quot;:118.7,&quot;width&quot;:471.5}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4.1,&quot;left&quot;:107.05,&quot;top&quot;:118.7,&quot;width&quot;:471.5}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4.1,&quot;left&quot;:107.05,&quot;top&quot;:118.7,&quot;width&quot;:471.5}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4.1,&quot;left&quot;:107.05,&quot;top&quot;:118.7,&quot;width&quot;:471.5}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4.1,&quot;left&quot;:107.05,&quot;top&quot;:118.7,&quot;width&quot;:471.5}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4.1,&quot;left&quot;:107.05,&quot;top&quot;:118.7,&quot;width&quot;:471.5}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4.1,&quot;left&quot;:107.05,&quot;top&quot;:118.7,&quot;width&quot;:471.5}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4.1,&quot;left&quot;:107.05,&quot;top&quot;:118.7,&quot;width&quot;:471.5}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4.1,&quot;left&quot;:107.05,&quot;top&quot;:118.7,&quot;width&quot;:471.5}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4.1,&quot;left&quot;:107.05,&quot;top&quot;:118.7,&quot;width&quot;:471.5}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4.1,&quot;left&quot;:107.05,&quot;top&quot;:118.7,&quot;width&quot;:471.5}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4.1,&quot;left&quot;:107.05,&quot;top&quot;:118.7,&quot;width&quot;:471.5}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4.1,&quot;left&quot;:107.05,&quot;top&quot;:118.7,&quot;width&quot;:471.5}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4.1,&quot;left&quot;:107.05,&quot;top&quot;:118.7,&quot;width&quot;:471.5}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4.1,&quot;left&quot;:107.05,&quot;top&quot;:118.7,&quot;width&quot;:471.5}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4.1,&quot;left&quot;:107.05,&quot;top&quot;:118.7,&quot;width&quot;:471.5}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4.1,&quot;left&quot;:107.05,&quot;top&quot;:118.7,&quot;width&quot;:471.5}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4.1,&quot;left&quot;:107.05,&quot;top&quot;:118.7,&quot;width&quot;:471.5}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4.1,&quot;left&quot;:107.05,&quot;top&quot;:118.7,&quot;width&quot;:471.5}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4.1,&quot;left&quot;:107.05,&quot;top&quot;:118.7,&quot;width&quot;:471.5}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4.1,&quot;left&quot;:107.05,&quot;top&quot;:118.7,&quot;width&quot;:471.5}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4.1,&quot;left&quot;:107.05,&quot;top&quot;:118.7,&quot;width&quot;:471.5}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4.1,&quot;left&quot;:107.05,&quot;top&quot;:118.7,&quot;width&quot;:471.5}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4.1,&quot;left&quot;:107.05,&quot;top&quot;:118.7,&quot;width&quot;:471.5}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4.1,&quot;left&quot;:107.05,&quot;top&quot;:118.7,&quot;width&quot;:471.5}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4.1,&quot;left&quot;:107.05,&quot;top&quot;:118.7,&quot;width&quot;:471.5}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4.1,&quot;left&quot;:107.05,&quot;top&quot;:118.7,&quot;width&quot;:471.5}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4.1,&quot;left&quot;:107.05,&quot;top&quot;:118.7,&quot;width&quot;:471.5}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4.1,&quot;left&quot;:107.05,&quot;top&quot;:118.7,&quot;width&quot;:471.5}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4.1,&quot;left&quot;:107.05,&quot;top&quot;:118.7,&quot;width&quot;:471.5}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4.1,&quot;left&quot;:107.05,&quot;top&quot;:118.7,&quot;width&quot;:471.5}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4.1,&quot;left&quot;:107.05,&quot;top&quot;:118.7,&quot;width&quot;:471.5}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4.1,&quot;left&quot;:107.05,&quot;top&quot;:118.7,&quot;width&quot;:471.5}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4.1,&quot;left&quot;:107.05,&quot;top&quot;:118.7,&quot;width&quot;:471.5}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4.1,&quot;left&quot;:107.05,&quot;top&quot;:118.7,&quot;width&quot;:471.5}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4.1,&quot;left&quot;:107.05,&quot;top&quot;:118.7,&quot;width&quot;:471.5}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4.1,&quot;left&quot;:107.05,&quot;top&quot;:118.7,&quot;width&quot;:471.5}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4.1,&quot;left&quot;:107.05,&quot;top&quot;:118.7,&quot;width&quot;:471.5}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4.1,&quot;left&quot;:107.05,&quot;top&quot;:118.7,&quot;width&quot;:471.5}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4.1,&quot;left&quot;:107.05,&quot;top&quot;:118.7,&quot;width&quot;:471.5}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4.1,&quot;left&quot;:107.05,&quot;top&quot;:118.7,&quot;width&quot;:471.5}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4.1,&quot;left&quot;:107.05,&quot;top&quot;:118.7,&quot;width&quot;:471.5}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4.1,&quot;left&quot;:107.05,&quot;top&quot;:118.7,&quot;width&quot;:471.5}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4.1,&quot;left&quot;:107.05,&quot;top&quot;:118.7,&quot;width&quot;:471.5}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4.1,&quot;left&quot;:107.05,&quot;top&quot;:118.7,&quot;width&quot;:471.5}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4.1,&quot;left&quot;:107.05,&quot;top&quot;:118.7,&quot;width&quot;:471.5}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4.1,&quot;left&quot;:107.05,&quot;top&quot;:118.7,&quot;width&quot;:471.5}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4.1,&quot;left&quot;:107.05,&quot;top&quot;:118.7,&quot;width&quot;:471.5}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4.1,&quot;left&quot;:107.05,&quot;top&quot;:118.7,&quot;width&quot;:471.5}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4.1,&quot;left&quot;:107.05,&quot;top&quot;:118.7,&quot;width&quot;:471.5}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4.1,&quot;left&quot;:107.05,&quot;top&quot;:118.7,&quot;width&quot;:471.5}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4.1,&quot;left&quot;:107.05,&quot;top&quot;:118.7,&quot;width&quot;:471.5}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4.1,&quot;left&quot;:107.05,&quot;top&quot;:118.7,&quot;width&quot;:471.5}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4.1,&quot;left&quot;:107.05,&quot;top&quot;:118.7,&quot;width&quot;:471.5}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4.1,&quot;left&quot;:107.05,&quot;top&quot;:118.7,&quot;width&quot;:471.5}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4.1,&quot;left&quot;:107.05,&quot;top&quot;:118.7,&quot;width&quot;:471.5}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4.1,&quot;left&quot;:107.05,&quot;top&quot;:118.7,&quot;width&quot;:471.5}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4.1,&quot;left&quot;:107.05,&quot;top&quot;:118.7,&quot;width&quot;:471.5}"/>
</p:tagLst>
</file>

<file path=ppt/theme/theme1.xml><?xml version="1.0" encoding="utf-8"?>
<a:theme xmlns:a="http://schemas.openxmlformats.org/drawingml/2006/main" name="默认设计模板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9EDEE"/>
      </a:accent5>
      <a:accent6>
        <a:srgbClr val="2D2D89"/>
      </a:accent6>
      <a:hlink>
        <a:srgbClr val="009999"/>
      </a:hlink>
      <a:folHlink>
        <a:srgbClr val="99CC00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9EDEE"/>
        </a:accent5>
        <a:accent6>
          <a:srgbClr val="2D2D89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4"/>
        </a:accent5>
        <a:accent6>
          <a:srgbClr val="E5895B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7B7E5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BFAF7"/>
        </a:accent3>
        <a:accent4>
          <a:srgbClr val="000000"/>
        </a:accent4>
        <a:accent5>
          <a:srgbClr val="FFFFFF"/>
        </a:accent5>
        <a:accent6>
          <a:srgbClr val="7EB1E5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7B7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8080"/>
        </a:lt1>
        <a:dk2>
          <a:srgbClr val="FFFF99"/>
        </a:dk2>
        <a:lt2>
          <a:srgbClr val="005A58"/>
        </a:lt2>
        <a:accent1>
          <a:srgbClr val="006462"/>
        </a:accent1>
        <a:accent2>
          <a:srgbClr val="6D6FC7"/>
        </a:accent2>
        <a:accent3>
          <a:srgbClr val="AAC1C1"/>
        </a:accent3>
        <a:accent4>
          <a:srgbClr val="DCDCDC"/>
        </a:accent4>
        <a:accent5>
          <a:srgbClr val="AAB8B8"/>
        </a:accent5>
        <a:accent6>
          <a:srgbClr val="6163B2"/>
        </a:accent6>
        <a:hlink>
          <a:srgbClr val="00FFFF"/>
        </a:hlink>
        <a:folHlink>
          <a:srgbClr val="00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800000"/>
        </a:lt1>
        <a:dk2>
          <a:srgbClr val="DFD293"/>
        </a:dk2>
        <a:lt2>
          <a:srgbClr val="5C1F00"/>
        </a:lt2>
        <a:accent1>
          <a:srgbClr val="CC3300"/>
        </a:accent1>
        <a:accent2>
          <a:srgbClr val="BE7960"/>
        </a:accent2>
        <a:accent3>
          <a:srgbClr val="C1AAAA"/>
        </a:accent3>
        <a:accent4>
          <a:srgbClr val="DCDCDC"/>
        </a:accent4>
        <a:accent5>
          <a:srgbClr val="E2ADAA"/>
        </a:accent5>
        <a:accent6>
          <a:srgbClr val="AA6C55"/>
        </a:accent6>
        <a:hlink>
          <a:srgbClr val="FFFF99"/>
        </a:hlink>
        <a:folHlink>
          <a:srgbClr val="D3A21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99"/>
        </a:lt1>
        <a:dk2>
          <a:srgbClr val="CCFFFF"/>
        </a:dk2>
        <a:lt2>
          <a:srgbClr val="003366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CDCDC"/>
        </a:accent4>
        <a:accent5>
          <a:srgbClr val="ADB9E2"/>
        </a:accent5>
        <a:accent6>
          <a:srgbClr val="009D00"/>
        </a:accent6>
        <a:hlink>
          <a:srgbClr val="66CCFF"/>
        </a:hlink>
        <a:folHlink>
          <a:srgbClr val="FFE70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00"/>
        </a:lt1>
        <a:dk2>
          <a:srgbClr val="E3EBF1"/>
        </a:dk2>
        <a:lt2>
          <a:srgbClr val="336699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CDCDC"/>
        </a:accent4>
        <a:accent5>
          <a:srgbClr val="AAADCA"/>
        </a:accent5>
        <a:accent6>
          <a:srgbClr val="3E7B43"/>
        </a:accent6>
        <a:hlink>
          <a:srgbClr val="66CCFF"/>
        </a:hlink>
        <a:folHlink>
          <a:srgbClr val="F0E5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86B5D"/>
        </a:lt1>
        <a:dk2>
          <a:srgbClr val="D1D1CB"/>
        </a:dk2>
        <a:lt2>
          <a:srgbClr val="777777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CDCDC"/>
        </a:accent4>
        <a:accent5>
          <a:srgbClr val="C7C7C1"/>
        </a:accent5>
        <a:accent6>
          <a:srgbClr val="728D96"/>
        </a:accent6>
        <a:hlink>
          <a:srgbClr val="FFCC66"/>
        </a:hlink>
        <a:folHlink>
          <a:srgbClr val="E9DCB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66699"/>
        </a:lt1>
        <a:dk2>
          <a:srgbClr val="FFFFFF"/>
        </a:dk2>
        <a:lt2>
          <a:srgbClr val="3E3E5C"/>
        </a:lt2>
        <a:accent1>
          <a:srgbClr val="60597B"/>
        </a:accent1>
        <a:accent2>
          <a:srgbClr val="6666FF"/>
        </a:accent2>
        <a:accent3>
          <a:srgbClr val="B9B9CA"/>
        </a:accent3>
        <a:accent4>
          <a:srgbClr val="DCDCDC"/>
        </a:accent4>
        <a:accent5>
          <a:srgbClr val="B7B5BF"/>
        </a:accent5>
        <a:accent6>
          <a:srgbClr val="5B5BE5"/>
        </a:accent6>
        <a:hlink>
          <a:srgbClr val="99CCFF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523E26"/>
        </a:lt1>
        <a:dk2>
          <a:srgbClr val="DFC08D"/>
        </a:dk2>
        <a:lt2>
          <a:srgbClr val="2D2015"/>
        </a:lt2>
        <a:accent1>
          <a:srgbClr val="8C7B70"/>
        </a:accent1>
        <a:accent2>
          <a:srgbClr val="8F5F2F"/>
        </a:accent2>
        <a:accent3>
          <a:srgbClr val="B3AFAB"/>
        </a:accent3>
        <a:accent4>
          <a:srgbClr val="DCDCDC"/>
        </a:accent4>
        <a:accent5>
          <a:srgbClr val="C5BFBC"/>
        </a:accent5>
        <a:accent6>
          <a:srgbClr val="805529"/>
        </a:accent6>
        <a:hlink>
          <a:srgbClr val="CCB400"/>
        </a:hlink>
        <a:folHlink>
          <a:srgbClr val="8C9EA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2877</TotalTime>
  <Words>207</Words>
  <Application>Microsoft Office PowerPoint</Application>
  <PresentationFormat>全屏显示(4:3)</PresentationFormat>
  <Paragraphs>107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3" baseType="lpstr">
      <vt:lpstr>宋体</vt:lpstr>
      <vt:lpstr>Arial</vt:lpstr>
      <vt:lpstr>Arial Black</vt:lpstr>
      <vt:lpstr>Cambria Math</vt:lpstr>
      <vt:lpstr>默认设计模板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Lenovo</dc:creator>
  <cp:lastModifiedBy>竑博 乔</cp:lastModifiedBy>
  <cp:revision>8</cp:revision>
  <dcterms:created xsi:type="dcterms:W3CDTF">2026-03-13T08:00:42Z</dcterms:created>
  <dcterms:modified xsi:type="dcterms:W3CDTF">2026-04-16T03:46:37Z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F360A831472A4ED397DE9EFC185F6271_12</vt:lpwstr>
  </property>
</Properties>
</file>