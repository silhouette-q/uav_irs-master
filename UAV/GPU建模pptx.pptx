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2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E4D6"/>
    <a:srgbClr val="FCF7F4"/>
    <a:srgbClr val="C4CFEA"/>
    <a:srgbClr val="C9D3EA"/>
    <a:srgbClr val="F9F7FC"/>
    <a:srgbClr val="FEFEFE"/>
    <a:srgbClr val="E5F0E2"/>
    <a:srgbClr val="E5F0E0"/>
    <a:srgbClr val="E7E7E7"/>
    <a:srgbClr val="E1EA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1" autoAdjust="0"/>
    <p:restoredTop sz="94660"/>
  </p:normalViewPr>
  <p:slideViewPr>
    <p:cSldViewPr snapToGrid="0">
      <p:cViewPr varScale="1">
        <p:scale>
          <a:sx n="83" d="100"/>
          <a:sy n="83" d="100"/>
        </p:scale>
        <p:origin x="46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AAE07B-FFE2-92F2-73BC-BF04B460A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47E6E6D-0555-5B9E-8F85-7A906C87E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61AFDF-517E-9B5D-1F66-C1AD9D7C8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1733B-D076-403F-B7C8-23DFBC9253D0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717943-A9DC-8327-7C09-CEA63A42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8A94ED-77DD-0841-5383-56B962BE5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CDDCF-604B-4DE4-BED3-A292002C1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041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693E88-DB95-C9FB-4757-BB3E5C896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0AA761-6E9C-BE88-837F-C3C56796C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57DB54-AB1D-D085-72A1-99015E960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1733B-D076-403F-B7C8-23DFBC9253D0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1939D0-D16C-47D5-B286-78A29E0DF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BCE4B0-24B5-F7AD-8BBB-1854A9DF4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CDDCF-604B-4DE4-BED3-A292002C1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327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7CF118-345D-9F81-8936-D807B18CC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EEA8A7-7C98-50DB-5038-245068D5B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5AAF6A-1526-2076-8264-6E20DA68F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1733B-D076-403F-B7C8-23DFBC9253D0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3F20EB-DFF4-C749-D378-80E059FFF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568A84-424F-3DDC-3B13-7C07EFEE0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CDDCF-604B-4DE4-BED3-A292002C1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055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620275-6F8C-7616-6E50-08063F6B0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4A56AF-7A34-7BC0-F3F5-DB1E887C2E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C564F1-68DC-7AF2-C8C7-AA119B3BE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840EF5-B99B-F8BC-30A3-FC6A05AEB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1733B-D076-403F-B7C8-23DFBC9253D0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53F0F3-7B31-B3FB-B436-807D6586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9ABAE0-B869-BBFB-1A30-754C6BA41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CDDCF-604B-4DE4-BED3-A292002C1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223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F37057-4747-49C6-18EA-809C50FBE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6C487D-2223-59F0-810C-2F66EA8F1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1DB3B1-2038-1734-DEFD-35C45E80A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91DE373-7C32-C805-27AE-2951B56989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8B5DE47-162A-20F7-D8BB-7DDF343D80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1A4D66E-5290-BCDA-3206-ECA5F4A2F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1733B-D076-403F-B7C8-23DFBC9253D0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44537C5-A453-E41B-8D92-9C6583F15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1B585FE-7AD7-9CF9-C870-7AD859ED2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CDDCF-604B-4DE4-BED3-A292002C1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160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8B94B1-689F-7857-CCED-20A0FDC92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DE2076-71B1-13B5-ABA2-405B64150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1733B-D076-403F-B7C8-23DFBC9253D0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4F87B53-5542-0AB2-AC96-055B46B19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1B5D7D-6BB7-E7BB-8BE8-CC10BA0EC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CDDCF-604B-4DE4-BED3-A292002C1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649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C39E73-1C5F-EE51-91AF-94D879994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1733B-D076-403F-B7C8-23DFBC9253D0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50EE3EA-8D6E-D506-9C2C-5FC2252B6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8A5A6A-D216-BD98-A1E5-F022E77E1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CDDCF-604B-4DE4-BED3-A292002C1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698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33F22-976B-B1FA-6F2E-DF4D2A56C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D34089-DDC8-61A2-3937-A999F088A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255272-62CD-EAFE-A233-A3A220BF4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148A8A-2F65-C01B-0214-6D9AFAA22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1733B-D076-403F-B7C8-23DFBC9253D0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05F7D6-835D-0D2C-6E76-451DEAD2C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0E5D32-DD44-8711-1AB4-7F95A0787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CDDCF-604B-4DE4-BED3-A292002C1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084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94354E-B594-1C9B-933B-E7AB489A3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C3D9B3A-6D9F-CFC8-5AA8-A03CF7A887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1071F7-F6AA-A8CF-19C2-C2F3F4E3D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F9316F-DB28-4CE6-9213-4368D31E0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1733B-D076-403F-B7C8-23DFBC9253D0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E9602A-B351-2D3E-4B95-A29975071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5EB074-7589-FD01-B7F0-621B74B62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CDDCF-604B-4DE4-BED3-A292002C1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45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4799FF-BE8D-26E7-D29B-6BA1784CE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971093-E4A2-2486-7C84-E3D28D4A89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BE6936-BC50-8ADC-3856-EF456080F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1733B-D076-403F-B7C8-23DFBC9253D0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6E7BB9-4F00-955E-3CC3-96478EC5B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9D9239-DBA5-F888-DE39-42DD7FF23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CDDCF-604B-4DE4-BED3-A292002C1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470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2F9933A-FD4E-79CA-0499-26675AD833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1B70CD-7AF5-C133-0661-01F1AE8FD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0AA624-DB1A-4151-7234-680E3F1A9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1733B-D076-403F-B7C8-23DFBC9253D0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E99D41-EAF6-1426-405D-9903464D0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56CDC5-5034-2DCA-7BCC-2DD910471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CDDCF-604B-4DE4-BED3-A292002C1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980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7519C81-0C9E-B63A-85A9-5EB055195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8051F6-E7DE-2BC0-B3FF-7DE713662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C08AAB-6482-BF08-B10C-E34D733401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D1733B-D076-403F-B7C8-23DFBC9253D0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3CAAAC-A90F-2E8D-CDA8-E9BD690CFD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BCD5E1-AF3F-1201-E613-82BE4FA31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ECDDCF-604B-4DE4-BED3-A292002C1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822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slideLayout" Target="../slideLayouts/slideLayout2.xml"/><Relationship Id="rId63" Type="http://schemas.openxmlformats.org/officeDocument/2006/relationships/image" Target="../media/image16.png"/><Relationship Id="rId68" Type="http://schemas.openxmlformats.org/officeDocument/2006/relationships/image" Target="../media/image21.png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image" Target="../media/image6.png"/><Relationship Id="rId58" Type="http://schemas.openxmlformats.org/officeDocument/2006/relationships/image" Target="../media/image11.png"/><Relationship Id="rId66" Type="http://schemas.openxmlformats.org/officeDocument/2006/relationships/image" Target="../media/image19.svg"/><Relationship Id="rId5" Type="http://schemas.openxmlformats.org/officeDocument/2006/relationships/tags" Target="../tags/tag5.xml"/><Relationship Id="rId61" Type="http://schemas.openxmlformats.org/officeDocument/2006/relationships/image" Target="../media/image14.png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image" Target="../media/image1.png"/><Relationship Id="rId56" Type="http://schemas.openxmlformats.org/officeDocument/2006/relationships/image" Target="../media/image9.png"/><Relationship Id="rId64" Type="http://schemas.openxmlformats.org/officeDocument/2006/relationships/image" Target="../media/image17.svg"/><Relationship Id="rId69" Type="http://schemas.openxmlformats.org/officeDocument/2006/relationships/image" Target="../media/image22.png"/><Relationship Id="rId8" Type="http://schemas.openxmlformats.org/officeDocument/2006/relationships/tags" Target="../tags/tag8.xml"/><Relationship Id="rId51" Type="http://schemas.openxmlformats.org/officeDocument/2006/relationships/image" Target="../media/image4.png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image" Target="../media/image12.png"/><Relationship Id="rId67" Type="http://schemas.openxmlformats.org/officeDocument/2006/relationships/image" Target="../media/image20.png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image" Target="../media/image7.png"/><Relationship Id="rId62" Type="http://schemas.openxmlformats.org/officeDocument/2006/relationships/image" Target="../media/image15.png"/><Relationship Id="rId70" Type="http://schemas.openxmlformats.org/officeDocument/2006/relationships/image" Target="../media/image23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image" Target="../media/image2.png"/><Relationship Id="rId57" Type="http://schemas.openxmlformats.org/officeDocument/2006/relationships/image" Target="../media/image10.png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image" Target="../media/image5.png"/><Relationship Id="rId60" Type="http://schemas.openxmlformats.org/officeDocument/2006/relationships/image" Target="../media/image13.svg"/><Relationship Id="rId65" Type="http://schemas.openxmlformats.org/officeDocument/2006/relationships/image" Target="../media/image18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34" Type="http://schemas.openxmlformats.org/officeDocument/2006/relationships/tags" Target="../tags/tag34.xml"/><Relationship Id="rId50" Type="http://schemas.openxmlformats.org/officeDocument/2006/relationships/image" Target="../media/image3.png"/><Relationship Id="rId55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tags" Target="../tags/tag49.xml"/><Relationship Id="rId7" Type="http://schemas.openxmlformats.org/officeDocument/2006/relationships/image" Target="../media/image26.png"/><Relationship Id="rId12" Type="http://schemas.openxmlformats.org/officeDocument/2006/relationships/image" Target="../media/image30.png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387530CC-B621-B03F-73A3-36AFA0FC55D6}"/>
              </a:ext>
            </a:extLst>
          </p:cNvPr>
          <p:cNvSpPr/>
          <p:nvPr/>
        </p:nvSpPr>
        <p:spPr>
          <a:xfrm>
            <a:off x="752812" y="304349"/>
            <a:ext cx="5714319" cy="4992272"/>
          </a:xfrm>
          <a:custGeom>
            <a:avLst/>
            <a:gdLst>
              <a:gd name="connsiteX0" fmla="*/ 111071 w 5634318"/>
              <a:gd name="connsiteY0" fmla="*/ 4947628 h 4947627"/>
              <a:gd name="connsiteX1" fmla="*/ 5523248 w 5634318"/>
              <a:gd name="connsiteY1" fmla="*/ 4947628 h 4947627"/>
              <a:gd name="connsiteX2" fmla="*/ 5634319 w 5634318"/>
              <a:gd name="connsiteY2" fmla="*/ 4887157 h 4947627"/>
              <a:gd name="connsiteX3" fmla="*/ 5634319 w 5634318"/>
              <a:gd name="connsiteY3" fmla="*/ 60471 h 4947627"/>
              <a:gd name="connsiteX4" fmla="*/ 5523248 w 5634318"/>
              <a:gd name="connsiteY4" fmla="*/ 0 h 4947627"/>
              <a:gd name="connsiteX5" fmla="*/ 111071 w 5634318"/>
              <a:gd name="connsiteY5" fmla="*/ 0 h 4947627"/>
              <a:gd name="connsiteX6" fmla="*/ 0 w 5634318"/>
              <a:gd name="connsiteY6" fmla="*/ 60471 h 4947627"/>
              <a:gd name="connsiteX7" fmla="*/ 0 w 5634318"/>
              <a:gd name="connsiteY7" fmla="*/ 4887157 h 4947627"/>
              <a:gd name="connsiteX8" fmla="*/ 111071 w 5634318"/>
              <a:gd name="connsiteY8" fmla="*/ 4947628 h 4947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34318" h="4947627">
                <a:moveTo>
                  <a:pt x="111071" y="4947628"/>
                </a:moveTo>
                <a:lnTo>
                  <a:pt x="5523248" y="4947628"/>
                </a:lnTo>
                <a:cubicBezTo>
                  <a:pt x="5597296" y="4947628"/>
                  <a:pt x="5634319" y="4927471"/>
                  <a:pt x="5634319" y="4887157"/>
                </a:cubicBezTo>
                <a:lnTo>
                  <a:pt x="5634319" y="60471"/>
                </a:lnTo>
                <a:cubicBezTo>
                  <a:pt x="5634319" y="20157"/>
                  <a:pt x="5597296" y="0"/>
                  <a:pt x="5523248" y="0"/>
                </a:cubicBezTo>
                <a:lnTo>
                  <a:pt x="111071" y="0"/>
                </a:lnTo>
                <a:cubicBezTo>
                  <a:pt x="37024" y="0"/>
                  <a:pt x="0" y="20157"/>
                  <a:pt x="0" y="60471"/>
                </a:cubicBezTo>
                <a:lnTo>
                  <a:pt x="0" y="4887157"/>
                </a:lnTo>
                <a:cubicBezTo>
                  <a:pt x="0" y="4927471"/>
                  <a:pt x="37024" y="4947628"/>
                  <a:pt x="111071" y="4947628"/>
                </a:cubicBezTo>
                <a:close/>
              </a:path>
            </a:pathLst>
          </a:custGeom>
          <a:solidFill>
            <a:srgbClr val="F7F9FB"/>
          </a:solidFill>
          <a:ln w="13710" cap="flat">
            <a:solidFill>
              <a:srgbClr val="DFE4EA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7A385C05-40AF-BD0E-84AC-F191CA443BCD}"/>
              </a:ext>
            </a:extLst>
          </p:cNvPr>
          <p:cNvSpPr/>
          <p:nvPr/>
        </p:nvSpPr>
        <p:spPr>
          <a:xfrm>
            <a:off x="6733390" y="304349"/>
            <a:ext cx="3952916" cy="4992272"/>
          </a:xfrm>
          <a:custGeom>
            <a:avLst/>
            <a:gdLst>
              <a:gd name="connsiteX0" fmla="*/ 111071 w 3897575"/>
              <a:gd name="connsiteY0" fmla="*/ 4947628 h 4947627"/>
              <a:gd name="connsiteX1" fmla="*/ 3786504 w 3897575"/>
              <a:gd name="connsiteY1" fmla="*/ 4947628 h 4947627"/>
              <a:gd name="connsiteX2" fmla="*/ 3897575 w 3897575"/>
              <a:gd name="connsiteY2" fmla="*/ 4887157 h 4947627"/>
              <a:gd name="connsiteX3" fmla="*/ 3897575 w 3897575"/>
              <a:gd name="connsiteY3" fmla="*/ 60471 h 4947627"/>
              <a:gd name="connsiteX4" fmla="*/ 3786504 w 3897575"/>
              <a:gd name="connsiteY4" fmla="*/ 0 h 4947627"/>
              <a:gd name="connsiteX5" fmla="*/ 111071 w 3897575"/>
              <a:gd name="connsiteY5" fmla="*/ 0 h 4947627"/>
              <a:gd name="connsiteX6" fmla="*/ 0 w 3897575"/>
              <a:gd name="connsiteY6" fmla="*/ 60471 h 4947627"/>
              <a:gd name="connsiteX7" fmla="*/ 0 w 3897575"/>
              <a:gd name="connsiteY7" fmla="*/ 4887157 h 4947627"/>
              <a:gd name="connsiteX8" fmla="*/ 111071 w 3897575"/>
              <a:gd name="connsiteY8" fmla="*/ 4947628 h 4947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97575" h="4947627">
                <a:moveTo>
                  <a:pt x="111071" y="4947628"/>
                </a:moveTo>
                <a:lnTo>
                  <a:pt x="3786504" y="4947628"/>
                </a:lnTo>
                <a:cubicBezTo>
                  <a:pt x="3860552" y="4947628"/>
                  <a:pt x="3897575" y="4927471"/>
                  <a:pt x="3897575" y="4887157"/>
                </a:cubicBezTo>
                <a:lnTo>
                  <a:pt x="3897575" y="60471"/>
                </a:lnTo>
                <a:cubicBezTo>
                  <a:pt x="3897575" y="20157"/>
                  <a:pt x="3860552" y="0"/>
                  <a:pt x="3786504" y="0"/>
                </a:cubicBezTo>
                <a:lnTo>
                  <a:pt x="111071" y="0"/>
                </a:lnTo>
                <a:cubicBezTo>
                  <a:pt x="37023" y="0"/>
                  <a:pt x="0" y="20157"/>
                  <a:pt x="0" y="60471"/>
                </a:cubicBezTo>
                <a:lnTo>
                  <a:pt x="0" y="4887157"/>
                </a:lnTo>
                <a:cubicBezTo>
                  <a:pt x="0" y="4927471"/>
                  <a:pt x="37023" y="4947628"/>
                  <a:pt x="111071" y="4947628"/>
                </a:cubicBezTo>
                <a:close/>
              </a:path>
            </a:pathLst>
          </a:custGeom>
          <a:solidFill>
            <a:srgbClr val="FBF8F4"/>
          </a:solidFill>
          <a:ln w="13710" cap="flat">
            <a:solidFill>
              <a:srgbClr val="DFE4EA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CE4874C0-CAD9-77D5-CBDF-1229234C99A4}"/>
              </a:ext>
            </a:extLst>
          </p:cNvPr>
          <p:cNvSpPr/>
          <p:nvPr/>
        </p:nvSpPr>
        <p:spPr>
          <a:xfrm>
            <a:off x="875700" y="1821424"/>
            <a:ext cx="1495144" cy="1838842"/>
          </a:xfrm>
          <a:custGeom>
            <a:avLst/>
            <a:gdLst>
              <a:gd name="connsiteX0" fmla="*/ 90876 w 1474212"/>
              <a:gd name="connsiteY0" fmla="*/ 1649209 h 1649209"/>
              <a:gd name="connsiteX1" fmla="*/ 1383336 w 1474212"/>
              <a:gd name="connsiteY1" fmla="*/ 1649209 h 1649209"/>
              <a:gd name="connsiteX2" fmla="*/ 1474212 w 1474212"/>
              <a:gd name="connsiteY2" fmla="*/ 1599733 h 1649209"/>
              <a:gd name="connsiteX3" fmla="*/ 1474212 w 1474212"/>
              <a:gd name="connsiteY3" fmla="*/ 49476 h 1649209"/>
              <a:gd name="connsiteX4" fmla="*/ 1383336 w 1474212"/>
              <a:gd name="connsiteY4" fmla="*/ 0 h 1649209"/>
              <a:gd name="connsiteX5" fmla="*/ 90876 w 1474212"/>
              <a:gd name="connsiteY5" fmla="*/ 0 h 1649209"/>
              <a:gd name="connsiteX6" fmla="*/ 0 w 1474212"/>
              <a:gd name="connsiteY6" fmla="*/ 49476 h 1649209"/>
              <a:gd name="connsiteX7" fmla="*/ 0 w 1474212"/>
              <a:gd name="connsiteY7" fmla="*/ 1599733 h 1649209"/>
              <a:gd name="connsiteX8" fmla="*/ 90876 w 1474212"/>
              <a:gd name="connsiteY8" fmla="*/ 1649209 h 1649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74212" h="1649209">
                <a:moveTo>
                  <a:pt x="90876" y="1649209"/>
                </a:moveTo>
                <a:lnTo>
                  <a:pt x="1383336" y="1649209"/>
                </a:lnTo>
                <a:cubicBezTo>
                  <a:pt x="1443921" y="1649209"/>
                  <a:pt x="1474212" y="1632717"/>
                  <a:pt x="1474212" y="1599733"/>
                </a:cubicBezTo>
                <a:lnTo>
                  <a:pt x="1474212" y="49476"/>
                </a:lnTo>
                <a:cubicBezTo>
                  <a:pt x="1474212" y="16492"/>
                  <a:pt x="1443921" y="0"/>
                  <a:pt x="1383336" y="0"/>
                </a:cubicBezTo>
                <a:lnTo>
                  <a:pt x="90876" y="0"/>
                </a:lnTo>
                <a:cubicBezTo>
                  <a:pt x="30292" y="0"/>
                  <a:pt x="0" y="16492"/>
                  <a:pt x="0" y="49476"/>
                </a:cubicBezTo>
                <a:lnTo>
                  <a:pt x="0" y="1599733"/>
                </a:lnTo>
                <a:cubicBezTo>
                  <a:pt x="0" y="1632717"/>
                  <a:pt x="30292" y="1649209"/>
                  <a:pt x="90876" y="1649209"/>
                </a:cubicBezTo>
                <a:close/>
              </a:path>
            </a:pathLst>
          </a:custGeom>
          <a:solidFill>
            <a:srgbClr val="DCE9F5"/>
          </a:solidFill>
          <a:ln w="21544" cap="flat">
            <a:solidFill>
              <a:srgbClr val="2C6A9B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F5B7E59D-9B10-09FC-9C16-0F3225BA3217}"/>
              </a:ext>
            </a:extLst>
          </p:cNvPr>
          <p:cNvSpPr/>
          <p:nvPr/>
        </p:nvSpPr>
        <p:spPr>
          <a:xfrm>
            <a:off x="3169621" y="775841"/>
            <a:ext cx="3174621" cy="1137128"/>
          </a:xfrm>
          <a:custGeom>
            <a:avLst/>
            <a:gdLst>
              <a:gd name="connsiteX0" fmla="*/ 90876 w 3130176"/>
              <a:gd name="connsiteY0" fmla="*/ 1126960 h 1126959"/>
              <a:gd name="connsiteX1" fmla="*/ 3039301 w 3130176"/>
              <a:gd name="connsiteY1" fmla="*/ 1126960 h 1126959"/>
              <a:gd name="connsiteX2" fmla="*/ 3130177 w 3130176"/>
              <a:gd name="connsiteY2" fmla="*/ 1077483 h 1126959"/>
              <a:gd name="connsiteX3" fmla="*/ 3130177 w 3130176"/>
              <a:gd name="connsiteY3" fmla="*/ 49476 h 1126959"/>
              <a:gd name="connsiteX4" fmla="*/ 3039301 w 3130176"/>
              <a:gd name="connsiteY4" fmla="*/ 0 h 1126959"/>
              <a:gd name="connsiteX5" fmla="*/ 90876 w 3130176"/>
              <a:gd name="connsiteY5" fmla="*/ 0 h 1126959"/>
              <a:gd name="connsiteX6" fmla="*/ 0 w 3130176"/>
              <a:gd name="connsiteY6" fmla="*/ 49476 h 1126959"/>
              <a:gd name="connsiteX7" fmla="*/ 0 w 3130176"/>
              <a:gd name="connsiteY7" fmla="*/ 1077483 h 1126959"/>
              <a:gd name="connsiteX8" fmla="*/ 90876 w 3130176"/>
              <a:gd name="connsiteY8" fmla="*/ 1126960 h 1126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0176" h="1126959">
                <a:moveTo>
                  <a:pt x="90876" y="1126960"/>
                </a:moveTo>
                <a:lnTo>
                  <a:pt x="3039301" y="1126960"/>
                </a:lnTo>
                <a:cubicBezTo>
                  <a:pt x="3099885" y="1126960"/>
                  <a:pt x="3130177" y="1110468"/>
                  <a:pt x="3130177" y="1077483"/>
                </a:cubicBezTo>
                <a:lnTo>
                  <a:pt x="3130177" y="49476"/>
                </a:lnTo>
                <a:cubicBezTo>
                  <a:pt x="3130177" y="16492"/>
                  <a:pt x="3099885" y="0"/>
                  <a:pt x="3039301" y="0"/>
                </a:cubicBezTo>
                <a:lnTo>
                  <a:pt x="90876" y="0"/>
                </a:lnTo>
                <a:cubicBezTo>
                  <a:pt x="30292" y="0"/>
                  <a:pt x="0" y="16492"/>
                  <a:pt x="0" y="49476"/>
                </a:cubicBezTo>
                <a:lnTo>
                  <a:pt x="0" y="1077483"/>
                </a:lnTo>
                <a:cubicBezTo>
                  <a:pt x="0" y="1110468"/>
                  <a:pt x="30292" y="1126960"/>
                  <a:pt x="90876" y="1126960"/>
                </a:cubicBezTo>
                <a:close/>
              </a:path>
            </a:pathLst>
          </a:custGeom>
          <a:solidFill>
            <a:srgbClr val="FFFFFF"/>
          </a:solidFill>
          <a:ln w="19585" cap="flat">
            <a:solidFill>
              <a:srgbClr val="4A5568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图形 4">
            <a:extLst>
              <a:ext uri="{FF2B5EF4-FFF2-40B4-BE49-F238E27FC236}">
                <a16:creationId xmlns:a16="http://schemas.microsoft.com/office/drawing/2014/main" id="{B049C164-BFEF-CD53-0F64-6D79BAB79E30}"/>
              </a:ext>
            </a:extLst>
          </p:cNvPr>
          <p:cNvGrpSpPr/>
          <p:nvPr/>
        </p:nvGrpSpPr>
        <p:grpSpPr>
          <a:xfrm>
            <a:off x="2411808" y="1365186"/>
            <a:ext cx="696713" cy="1463034"/>
            <a:chOff x="2035307" y="1197363"/>
            <a:chExt cx="686959" cy="1449950"/>
          </a:xfrm>
        </p:grpSpPr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8D8E807F-53FA-7313-1969-C958032F1246}"/>
                </a:ext>
              </a:extLst>
            </p:cNvPr>
            <p:cNvSpPr/>
            <p:nvPr/>
          </p:nvSpPr>
          <p:spPr>
            <a:xfrm>
              <a:off x="2035307" y="1197363"/>
              <a:ext cx="686959" cy="1449950"/>
            </a:xfrm>
            <a:custGeom>
              <a:avLst/>
              <a:gdLst>
                <a:gd name="connsiteX0" fmla="*/ 0 w 686959"/>
                <a:gd name="connsiteY0" fmla="*/ 1449951 h 1449950"/>
                <a:gd name="connsiteX1" fmla="*/ 686960 w 686959"/>
                <a:gd name="connsiteY1" fmla="*/ 0 h 1449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6959" h="1449950">
                  <a:moveTo>
                    <a:pt x="0" y="1449951"/>
                  </a:moveTo>
                  <a:cubicBezTo>
                    <a:pt x="232239" y="959769"/>
                    <a:pt x="461226" y="476452"/>
                    <a:pt x="686960" y="0"/>
                  </a:cubicBezTo>
                </a:path>
              </a:pathLst>
            </a:custGeom>
            <a:noFill/>
            <a:ln w="17627" cap="rnd">
              <a:solidFill>
                <a:srgbClr val="8A939E"/>
              </a:solidFill>
              <a:custDash>
                <a:ds d="229500" sp="128250"/>
              </a:custDash>
              <a:round/>
            </a:ln>
          </p:spPr>
          <p:txBody>
            <a:bodyPr rtlCol="0" anchor="ctr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019F7C31-711F-4881-7DF4-828C6D3C88FF}"/>
                </a:ext>
              </a:extLst>
            </p:cNvPr>
            <p:cNvSpPr/>
            <p:nvPr/>
          </p:nvSpPr>
          <p:spPr>
            <a:xfrm>
              <a:off x="2677947" y="1197363"/>
              <a:ext cx="44319" cy="59508"/>
            </a:xfrm>
            <a:custGeom>
              <a:avLst/>
              <a:gdLst>
                <a:gd name="connsiteX0" fmla="*/ 0 w 44319"/>
                <a:gd name="connsiteY0" fmla="*/ 39732 h 59508"/>
                <a:gd name="connsiteX1" fmla="*/ 44320 w 44319"/>
                <a:gd name="connsiteY1" fmla="*/ 0 h 59508"/>
                <a:gd name="connsiteX2" fmla="*/ 41621 w 44319"/>
                <a:gd name="connsiteY2" fmla="*/ 59509 h 5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19" h="59508">
                  <a:moveTo>
                    <a:pt x="0" y="39732"/>
                  </a:moveTo>
                  <a:lnTo>
                    <a:pt x="44320" y="0"/>
                  </a:lnTo>
                  <a:lnTo>
                    <a:pt x="41621" y="59509"/>
                  </a:lnTo>
                  <a:close/>
                </a:path>
              </a:pathLst>
            </a:custGeom>
            <a:solidFill>
              <a:srgbClr val="8A939E"/>
            </a:solidFill>
            <a:ln w="17627" cap="rnd">
              <a:solidFill>
                <a:srgbClr val="8A939E"/>
              </a:solidFill>
              <a:custDash>
                <a:ds d="229500" sp="128250"/>
              </a:custDash>
              <a:round/>
            </a:ln>
          </p:spPr>
          <p:txBody>
            <a:bodyPr rtlCol="0" anchor="ctr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368D85E6-2C0F-DE87-217F-762FED8815F3}"/>
              </a:ext>
            </a:extLst>
          </p:cNvPr>
          <p:cNvSpPr/>
          <p:nvPr/>
        </p:nvSpPr>
        <p:spPr>
          <a:xfrm>
            <a:off x="3169621" y="2134849"/>
            <a:ext cx="3174621" cy="1137128"/>
          </a:xfrm>
          <a:custGeom>
            <a:avLst/>
            <a:gdLst>
              <a:gd name="connsiteX0" fmla="*/ 90876 w 3130176"/>
              <a:gd name="connsiteY0" fmla="*/ 1126960 h 1126959"/>
              <a:gd name="connsiteX1" fmla="*/ 3039301 w 3130176"/>
              <a:gd name="connsiteY1" fmla="*/ 1126960 h 1126959"/>
              <a:gd name="connsiteX2" fmla="*/ 3130177 w 3130176"/>
              <a:gd name="connsiteY2" fmla="*/ 1077483 h 1126959"/>
              <a:gd name="connsiteX3" fmla="*/ 3130177 w 3130176"/>
              <a:gd name="connsiteY3" fmla="*/ 49476 h 1126959"/>
              <a:gd name="connsiteX4" fmla="*/ 3039301 w 3130176"/>
              <a:gd name="connsiteY4" fmla="*/ 0 h 1126959"/>
              <a:gd name="connsiteX5" fmla="*/ 90876 w 3130176"/>
              <a:gd name="connsiteY5" fmla="*/ 0 h 1126959"/>
              <a:gd name="connsiteX6" fmla="*/ 0 w 3130176"/>
              <a:gd name="connsiteY6" fmla="*/ 49476 h 1126959"/>
              <a:gd name="connsiteX7" fmla="*/ 0 w 3130176"/>
              <a:gd name="connsiteY7" fmla="*/ 1077483 h 1126959"/>
              <a:gd name="connsiteX8" fmla="*/ 90876 w 3130176"/>
              <a:gd name="connsiteY8" fmla="*/ 1126960 h 1126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0176" h="1126959">
                <a:moveTo>
                  <a:pt x="90876" y="1126960"/>
                </a:moveTo>
                <a:lnTo>
                  <a:pt x="3039301" y="1126960"/>
                </a:lnTo>
                <a:cubicBezTo>
                  <a:pt x="3099885" y="1126960"/>
                  <a:pt x="3130177" y="1110468"/>
                  <a:pt x="3130177" y="1077483"/>
                </a:cubicBezTo>
                <a:lnTo>
                  <a:pt x="3130177" y="49476"/>
                </a:lnTo>
                <a:cubicBezTo>
                  <a:pt x="3130177" y="16492"/>
                  <a:pt x="3099885" y="0"/>
                  <a:pt x="3039301" y="0"/>
                </a:cubicBezTo>
                <a:lnTo>
                  <a:pt x="90876" y="0"/>
                </a:lnTo>
                <a:cubicBezTo>
                  <a:pt x="30292" y="0"/>
                  <a:pt x="0" y="16492"/>
                  <a:pt x="0" y="49476"/>
                </a:cubicBezTo>
                <a:lnTo>
                  <a:pt x="0" y="1077483"/>
                </a:lnTo>
                <a:cubicBezTo>
                  <a:pt x="0" y="1110468"/>
                  <a:pt x="30292" y="1126960"/>
                  <a:pt x="90876" y="1126960"/>
                </a:cubicBezTo>
                <a:close/>
              </a:path>
            </a:pathLst>
          </a:custGeom>
          <a:solidFill>
            <a:srgbClr val="FFFFFF"/>
          </a:solidFill>
          <a:ln w="19585" cap="flat">
            <a:solidFill>
              <a:srgbClr val="4A5568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图形 4">
            <a:extLst>
              <a:ext uri="{FF2B5EF4-FFF2-40B4-BE49-F238E27FC236}">
                <a16:creationId xmlns:a16="http://schemas.microsoft.com/office/drawing/2014/main" id="{ABAC89B3-B401-8C7D-0E0B-ED8E2C9FCE1C}"/>
              </a:ext>
            </a:extLst>
          </p:cNvPr>
          <p:cNvGrpSpPr/>
          <p:nvPr/>
        </p:nvGrpSpPr>
        <p:grpSpPr>
          <a:xfrm>
            <a:off x="2411808" y="2694184"/>
            <a:ext cx="683878" cy="134037"/>
            <a:chOff x="2035307" y="2514476"/>
            <a:chExt cx="674304" cy="132838"/>
          </a:xfrm>
        </p:grpSpPr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52CBFAB5-A22C-7959-E22E-E435FDCE15CE}"/>
                </a:ext>
              </a:extLst>
            </p:cNvPr>
            <p:cNvSpPr/>
            <p:nvPr/>
          </p:nvSpPr>
          <p:spPr>
            <a:xfrm>
              <a:off x="2035307" y="2527602"/>
              <a:ext cx="674304" cy="119711"/>
            </a:xfrm>
            <a:custGeom>
              <a:avLst/>
              <a:gdLst>
                <a:gd name="connsiteX0" fmla="*/ 0 w 674304"/>
                <a:gd name="connsiteY0" fmla="*/ 119712 h 119711"/>
                <a:gd name="connsiteX1" fmla="*/ 674305 w 674304"/>
                <a:gd name="connsiteY1" fmla="*/ 0 h 119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4304" h="119711">
                  <a:moveTo>
                    <a:pt x="0" y="119712"/>
                  </a:moveTo>
                  <a:cubicBezTo>
                    <a:pt x="232239" y="78482"/>
                    <a:pt x="457007" y="38578"/>
                    <a:pt x="674305" y="0"/>
                  </a:cubicBezTo>
                </a:path>
              </a:pathLst>
            </a:custGeom>
            <a:noFill/>
            <a:ln w="17627" cap="rnd">
              <a:solidFill>
                <a:srgbClr val="8A939E"/>
              </a:solidFill>
              <a:custDash>
                <a:ds d="229500" sp="128250"/>
              </a:custDash>
              <a:round/>
            </a:ln>
          </p:spPr>
          <p:txBody>
            <a:bodyPr rtlCol="0" anchor="ctr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1620B0C6-3D14-AE7C-1AE2-7E3DD73356FB}"/>
                </a:ext>
              </a:extLst>
            </p:cNvPr>
            <p:cNvSpPr/>
            <p:nvPr/>
          </p:nvSpPr>
          <p:spPr>
            <a:xfrm>
              <a:off x="2651590" y="2514476"/>
              <a:ext cx="58021" cy="45426"/>
            </a:xfrm>
            <a:custGeom>
              <a:avLst/>
              <a:gdLst>
                <a:gd name="connsiteX0" fmla="*/ 0 w 58021"/>
                <a:gd name="connsiteY0" fmla="*/ 0 h 45426"/>
                <a:gd name="connsiteX1" fmla="*/ 58022 w 58021"/>
                <a:gd name="connsiteY1" fmla="*/ 13126 h 45426"/>
                <a:gd name="connsiteX2" fmla="*/ 8041 w 58021"/>
                <a:gd name="connsiteY2" fmla="*/ 45427 h 45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021" h="45426">
                  <a:moveTo>
                    <a:pt x="0" y="0"/>
                  </a:moveTo>
                  <a:lnTo>
                    <a:pt x="58022" y="13126"/>
                  </a:lnTo>
                  <a:lnTo>
                    <a:pt x="8041" y="45427"/>
                  </a:lnTo>
                  <a:close/>
                </a:path>
              </a:pathLst>
            </a:custGeom>
            <a:solidFill>
              <a:srgbClr val="8A939E"/>
            </a:solidFill>
            <a:ln w="17627" cap="rnd">
              <a:solidFill>
                <a:srgbClr val="8A939E"/>
              </a:solidFill>
              <a:custDash>
                <a:ds d="229500" sp="128250"/>
              </a:custDash>
              <a:round/>
            </a:ln>
          </p:spPr>
          <p:txBody>
            <a:bodyPr rtlCol="0" anchor="ctr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D3DBF52-D28E-33C5-1BCA-B501E612216C}"/>
              </a:ext>
            </a:extLst>
          </p:cNvPr>
          <p:cNvSpPr/>
          <p:nvPr/>
        </p:nvSpPr>
        <p:spPr>
          <a:xfrm>
            <a:off x="3169621" y="3493857"/>
            <a:ext cx="3174621" cy="1137128"/>
          </a:xfrm>
          <a:custGeom>
            <a:avLst/>
            <a:gdLst>
              <a:gd name="connsiteX0" fmla="*/ 90876 w 3130176"/>
              <a:gd name="connsiteY0" fmla="*/ 1126960 h 1126959"/>
              <a:gd name="connsiteX1" fmla="*/ 3039301 w 3130176"/>
              <a:gd name="connsiteY1" fmla="*/ 1126960 h 1126959"/>
              <a:gd name="connsiteX2" fmla="*/ 3130177 w 3130176"/>
              <a:gd name="connsiteY2" fmla="*/ 1077483 h 1126959"/>
              <a:gd name="connsiteX3" fmla="*/ 3130177 w 3130176"/>
              <a:gd name="connsiteY3" fmla="*/ 49476 h 1126959"/>
              <a:gd name="connsiteX4" fmla="*/ 3039301 w 3130176"/>
              <a:gd name="connsiteY4" fmla="*/ 0 h 1126959"/>
              <a:gd name="connsiteX5" fmla="*/ 90876 w 3130176"/>
              <a:gd name="connsiteY5" fmla="*/ 0 h 1126959"/>
              <a:gd name="connsiteX6" fmla="*/ 0 w 3130176"/>
              <a:gd name="connsiteY6" fmla="*/ 49476 h 1126959"/>
              <a:gd name="connsiteX7" fmla="*/ 0 w 3130176"/>
              <a:gd name="connsiteY7" fmla="*/ 1077483 h 1126959"/>
              <a:gd name="connsiteX8" fmla="*/ 90876 w 3130176"/>
              <a:gd name="connsiteY8" fmla="*/ 1126960 h 1126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0176" h="1126959">
                <a:moveTo>
                  <a:pt x="90876" y="1126960"/>
                </a:moveTo>
                <a:lnTo>
                  <a:pt x="3039301" y="1126960"/>
                </a:lnTo>
                <a:cubicBezTo>
                  <a:pt x="3099885" y="1126960"/>
                  <a:pt x="3130177" y="1110468"/>
                  <a:pt x="3130177" y="1077483"/>
                </a:cubicBezTo>
                <a:lnTo>
                  <a:pt x="3130177" y="49476"/>
                </a:lnTo>
                <a:cubicBezTo>
                  <a:pt x="3130177" y="16492"/>
                  <a:pt x="3099885" y="0"/>
                  <a:pt x="3039301" y="0"/>
                </a:cubicBezTo>
                <a:lnTo>
                  <a:pt x="90876" y="0"/>
                </a:lnTo>
                <a:cubicBezTo>
                  <a:pt x="30292" y="0"/>
                  <a:pt x="0" y="16492"/>
                  <a:pt x="0" y="49476"/>
                </a:cubicBezTo>
                <a:lnTo>
                  <a:pt x="0" y="1077483"/>
                </a:lnTo>
                <a:cubicBezTo>
                  <a:pt x="0" y="1110468"/>
                  <a:pt x="30292" y="1126960"/>
                  <a:pt x="90876" y="1126960"/>
                </a:cubicBezTo>
                <a:close/>
              </a:path>
            </a:pathLst>
          </a:custGeom>
          <a:solidFill>
            <a:srgbClr val="FFFFFF"/>
          </a:solidFill>
          <a:ln w="19585" cap="flat">
            <a:solidFill>
              <a:srgbClr val="4A5568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图形 4">
            <a:extLst>
              <a:ext uri="{FF2B5EF4-FFF2-40B4-BE49-F238E27FC236}">
                <a16:creationId xmlns:a16="http://schemas.microsoft.com/office/drawing/2014/main" id="{CE58FF5C-A87F-F096-B3AE-EDF79DF7F796}"/>
              </a:ext>
            </a:extLst>
          </p:cNvPr>
          <p:cNvGrpSpPr/>
          <p:nvPr/>
        </p:nvGrpSpPr>
        <p:grpSpPr>
          <a:xfrm>
            <a:off x="2411808" y="2828220"/>
            <a:ext cx="695170" cy="1214222"/>
            <a:chOff x="2035307" y="2647314"/>
            <a:chExt cx="685438" cy="1203363"/>
          </a:xfrm>
        </p:grpSpPr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1BCD10E3-24AA-E8FF-F021-D85133F58E4B}"/>
                </a:ext>
              </a:extLst>
            </p:cNvPr>
            <p:cNvSpPr/>
            <p:nvPr/>
          </p:nvSpPr>
          <p:spPr>
            <a:xfrm>
              <a:off x="2035307" y="2647314"/>
              <a:ext cx="685438" cy="1203363"/>
            </a:xfrm>
            <a:custGeom>
              <a:avLst/>
              <a:gdLst>
                <a:gd name="connsiteX0" fmla="*/ 0 w 685438"/>
                <a:gd name="connsiteY0" fmla="*/ 0 h 1203363"/>
                <a:gd name="connsiteX1" fmla="*/ 685439 w 685438"/>
                <a:gd name="connsiteY1" fmla="*/ 1203364 h 1203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5438" h="1203363">
                  <a:moveTo>
                    <a:pt x="0" y="0"/>
                  </a:moveTo>
                  <a:cubicBezTo>
                    <a:pt x="232239" y="407721"/>
                    <a:pt x="460719" y="808842"/>
                    <a:pt x="685439" y="1203364"/>
                  </a:cubicBezTo>
                </a:path>
              </a:pathLst>
            </a:custGeom>
            <a:noFill/>
            <a:ln w="17627" cap="rnd">
              <a:solidFill>
                <a:srgbClr val="8A939E"/>
              </a:solidFill>
              <a:custDash>
                <a:ds d="229500" sp="128250"/>
              </a:custDash>
              <a:round/>
            </a:ln>
          </p:spPr>
          <p:txBody>
            <a:bodyPr rtlCol="0" anchor="ctr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0B19FCA7-527D-BECF-D672-DC25708608D7}"/>
                </a:ext>
              </a:extLst>
            </p:cNvPr>
            <p:cNvSpPr/>
            <p:nvPr/>
          </p:nvSpPr>
          <p:spPr>
            <a:xfrm>
              <a:off x="2673564" y="3791541"/>
              <a:ext cx="47181" cy="59136"/>
            </a:xfrm>
            <a:custGeom>
              <a:avLst/>
              <a:gdLst>
                <a:gd name="connsiteX0" fmla="*/ 40015 w 47181"/>
                <a:gd name="connsiteY0" fmla="*/ 0 h 59136"/>
                <a:gd name="connsiteX1" fmla="*/ 47182 w 47181"/>
                <a:gd name="connsiteY1" fmla="*/ 59136 h 59136"/>
                <a:gd name="connsiteX2" fmla="*/ 0 w 47181"/>
                <a:gd name="connsiteY2" fmla="*/ 22859 h 59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81" h="59136">
                  <a:moveTo>
                    <a:pt x="40015" y="0"/>
                  </a:moveTo>
                  <a:lnTo>
                    <a:pt x="47182" y="59136"/>
                  </a:lnTo>
                  <a:lnTo>
                    <a:pt x="0" y="22859"/>
                  </a:lnTo>
                  <a:close/>
                </a:path>
              </a:pathLst>
            </a:custGeom>
            <a:solidFill>
              <a:srgbClr val="8A939E"/>
            </a:solidFill>
            <a:ln w="17627" cap="rnd">
              <a:solidFill>
                <a:srgbClr val="8A939E"/>
              </a:solidFill>
              <a:custDash>
                <a:ds d="229500" sp="128250"/>
              </a:custDash>
              <a:round/>
            </a:ln>
          </p:spPr>
          <p:txBody>
            <a:bodyPr rtlCol="0" anchor="ctr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913BA83F-EC67-FCC2-324D-047F014C42AE}"/>
              </a:ext>
            </a:extLst>
          </p:cNvPr>
          <p:cNvSpPr/>
          <p:nvPr/>
        </p:nvSpPr>
        <p:spPr>
          <a:xfrm>
            <a:off x="3333472" y="1147489"/>
            <a:ext cx="1300570" cy="244067"/>
          </a:xfrm>
          <a:custGeom>
            <a:avLst/>
            <a:gdLst>
              <a:gd name="connsiteX0" fmla="*/ 0 w 1282362"/>
              <a:gd name="connsiteY0" fmla="*/ 241884 h 241884"/>
              <a:gd name="connsiteX1" fmla="*/ 1282363 w 1282362"/>
              <a:gd name="connsiteY1" fmla="*/ 241884 h 241884"/>
              <a:gd name="connsiteX2" fmla="*/ 1282363 w 1282362"/>
              <a:gd name="connsiteY2" fmla="*/ 0 h 241884"/>
              <a:gd name="connsiteX3" fmla="*/ 0 w 1282362"/>
              <a:gd name="connsiteY3" fmla="*/ 0 h 24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2362" h="241884">
                <a:moveTo>
                  <a:pt x="0" y="241884"/>
                </a:moveTo>
                <a:lnTo>
                  <a:pt x="1282363" y="241884"/>
                </a:lnTo>
                <a:lnTo>
                  <a:pt x="1282363" y="0"/>
                </a:lnTo>
                <a:lnTo>
                  <a:pt x="0" y="0"/>
                </a:lnTo>
                <a:close/>
              </a:path>
            </a:pathLst>
          </a:custGeom>
          <a:solidFill>
            <a:srgbClr val="E6EAEE"/>
          </a:solidFill>
          <a:ln w="8813" cap="flat">
            <a:solidFill>
              <a:srgbClr val="8A939E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3559C264-331D-2F61-5642-F1D5405B8D2C}"/>
              </a:ext>
            </a:extLst>
          </p:cNvPr>
          <p:cNvSpPr/>
          <p:nvPr/>
        </p:nvSpPr>
        <p:spPr>
          <a:xfrm>
            <a:off x="4756932" y="1147489"/>
            <a:ext cx="994554" cy="244067"/>
          </a:xfrm>
          <a:custGeom>
            <a:avLst/>
            <a:gdLst>
              <a:gd name="connsiteX0" fmla="*/ 0 w 980630"/>
              <a:gd name="connsiteY0" fmla="*/ 241884 h 241884"/>
              <a:gd name="connsiteX1" fmla="*/ 980630 w 980630"/>
              <a:gd name="connsiteY1" fmla="*/ 241884 h 241884"/>
              <a:gd name="connsiteX2" fmla="*/ 980630 w 980630"/>
              <a:gd name="connsiteY2" fmla="*/ 0 h 241884"/>
              <a:gd name="connsiteX3" fmla="*/ 0 w 980630"/>
              <a:gd name="connsiteY3" fmla="*/ 0 h 24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0630" h="241884">
                <a:moveTo>
                  <a:pt x="0" y="241884"/>
                </a:moveTo>
                <a:lnTo>
                  <a:pt x="980630" y="241884"/>
                </a:lnTo>
                <a:lnTo>
                  <a:pt x="980630" y="0"/>
                </a:lnTo>
                <a:lnTo>
                  <a:pt x="0" y="0"/>
                </a:lnTo>
                <a:close/>
              </a:path>
            </a:pathLst>
          </a:custGeom>
          <a:solidFill>
            <a:srgbClr val="E6EAEE"/>
          </a:solidFill>
          <a:ln w="8813" cap="flat">
            <a:solidFill>
              <a:srgbClr val="8A939E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E93429FA-1B7B-2098-9C3B-DAD2C02E3149}"/>
              </a:ext>
            </a:extLst>
          </p:cNvPr>
          <p:cNvSpPr/>
          <p:nvPr/>
        </p:nvSpPr>
        <p:spPr>
          <a:xfrm>
            <a:off x="5874375" y="1147489"/>
            <a:ext cx="306016" cy="244067"/>
          </a:xfrm>
          <a:custGeom>
            <a:avLst/>
            <a:gdLst>
              <a:gd name="connsiteX0" fmla="*/ 0 w 301732"/>
              <a:gd name="connsiteY0" fmla="*/ 241884 h 241884"/>
              <a:gd name="connsiteX1" fmla="*/ 301732 w 301732"/>
              <a:gd name="connsiteY1" fmla="*/ 241884 h 241884"/>
              <a:gd name="connsiteX2" fmla="*/ 301732 w 301732"/>
              <a:gd name="connsiteY2" fmla="*/ 0 h 241884"/>
              <a:gd name="connsiteX3" fmla="*/ 0 w 301732"/>
              <a:gd name="connsiteY3" fmla="*/ 0 h 24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732" h="241884">
                <a:moveTo>
                  <a:pt x="0" y="241884"/>
                </a:moveTo>
                <a:lnTo>
                  <a:pt x="301732" y="241884"/>
                </a:lnTo>
                <a:lnTo>
                  <a:pt x="301732" y="0"/>
                </a:lnTo>
                <a:lnTo>
                  <a:pt x="0" y="0"/>
                </a:lnTo>
                <a:close/>
              </a:path>
            </a:pathLst>
          </a:custGeom>
          <a:solidFill>
            <a:srgbClr val="E6EAEE"/>
          </a:solidFill>
          <a:ln w="8813" cap="flat">
            <a:solidFill>
              <a:srgbClr val="8A939E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70100E08-6EB2-63F3-129A-A728A4DD317E}"/>
              </a:ext>
            </a:extLst>
          </p:cNvPr>
          <p:cNvSpPr/>
          <p:nvPr/>
        </p:nvSpPr>
        <p:spPr>
          <a:xfrm>
            <a:off x="3333472" y="2506496"/>
            <a:ext cx="1300570" cy="244066"/>
          </a:xfrm>
          <a:custGeom>
            <a:avLst/>
            <a:gdLst>
              <a:gd name="connsiteX0" fmla="*/ 0 w 1282362"/>
              <a:gd name="connsiteY0" fmla="*/ 241884 h 241883"/>
              <a:gd name="connsiteX1" fmla="*/ 1282363 w 1282362"/>
              <a:gd name="connsiteY1" fmla="*/ 241884 h 241883"/>
              <a:gd name="connsiteX2" fmla="*/ 1282363 w 1282362"/>
              <a:gd name="connsiteY2" fmla="*/ 0 h 241883"/>
              <a:gd name="connsiteX3" fmla="*/ 0 w 1282362"/>
              <a:gd name="connsiteY3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2362" h="241883">
                <a:moveTo>
                  <a:pt x="0" y="241884"/>
                </a:moveTo>
                <a:lnTo>
                  <a:pt x="1282363" y="241884"/>
                </a:lnTo>
                <a:lnTo>
                  <a:pt x="1282363" y="0"/>
                </a:lnTo>
                <a:lnTo>
                  <a:pt x="0" y="0"/>
                </a:lnTo>
                <a:close/>
              </a:path>
            </a:pathLst>
          </a:custGeom>
          <a:solidFill>
            <a:srgbClr val="E6EAEE"/>
          </a:solidFill>
          <a:ln w="8813" cap="flat">
            <a:solidFill>
              <a:srgbClr val="8A939E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FAF33576-254C-1D08-63D1-455AE4929EFD}"/>
              </a:ext>
            </a:extLst>
          </p:cNvPr>
          <p:cNvSpPr/>
          <p:nvPr/>
        </p:nvSpPr>
        <p:spPr>
          <a:xfrm>
            <a:off x="4756932" y="2506496"/>
            <a:ext cx="994554" cy="244066"/>
          </a:xfrm>
          <a:custGeom>
            <a:avLst/>
            <a:gdLst>
              <a:gd name="connsiteX0" fmla="*/ 0 w 980630"/>
              <a:gd name="connsiteY0" fmla="*/ 241884 h 241883"/>
              <a:gd name="connsiteX1" fmla="*/ 980630 w 980630"/>
              <a:gd name="connsiteY1" fmla="*/ 241884 h 241883"/>
              <a:gd name="connsiteX2" fmla="*/ 980630 w 980630"/>
              <a:gd name="connsiteY2" fmla="*/ 0 h 241883"/>
              <a:gd name="connsiteX3" fmla="*/ 0 w 980630"/>
              <a:gd name="connsiteY3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0630" h="241883">
                <a:moveTo>
                  <a:pt x="0" y="241884"/>
                </a:moveTo>
                <a:lnTo>
                  <a:pt x="980630" y="241884"/>
                </a:lnTo>
                <a:lnTo>
                  <a:pt x="980630" y="0"/>
                </a:lnTo>
                <a:lnTo>
                  <a:pt x="0" y="0"/>
                </a:lnTo>
                <a:close/>
              </a:path>
            </a:pathLst>
          </a:custGeom>
          <a:solidFill>
            <a:srgbClr val="E6EAEE"/>
          </a:solidFill>
          <a:ln w="8813" cap="flat">
            <a:solidFill>
              <a:srgbClr val="8A939E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C328ACD5-AAE1-CD28-1BC6-A73709CA41F0}"/>
              </a:ext>
            </a:extLst>
          </p:cNvPr>
          <p:cNvSpPr/>
          <p:nvPr/>
        </p:nvSpPr>
        <p:spPr>
          <a:xfrm>
            <a:off x="5874375" y="2506496"/>
            <a:ext cx="306016" cy="244066"/>
          </a:xfrm>
          <a:custGeom>
            <a:avLst/>
            <a:gdLst>
              <a:gd name="connsiteX0" fmla="*/ 0 w 301732"/>
              <a:gd name="connsiteY0" fmla="*/ 241884 h 241883"/>
              <a:gd name="connsiteX1" fmla="*/ 301732 w 301732"/>
              <a:gd name="connsiteY1" fmla="*/ 241884 h 241883"/>
              <a:gd name="connsiteX2" fmla="*/ 301732 w 301732"/>
              <a:gd name="connsiteY2" fmla="*/ 0 h 241883"/>
              <a:gd name="connsiteX3" fmla="*/ 0 w 301732"/>
              <a:gd name="connsiteY3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732" h="241883">
                <a:moveTo>
                  <a:pt x="0" y="241884"/>
                </a:moveTo>
                <a:lnTo>
                  <a:pt x="301732" y="241884"/>
                </a:lnTo>
                <a:lnTo>
                  <a:pt x="301732" y="0"/>
                </a:lnTo>
                <a:lnTo>
                  <a:pt x="0" y="0"/>
                </a:lnTo>
                <a:close/>
              </a:path>
            </a:pathLst>
          </a:custGeom>
          <a:solidFill>
            <a:srgbClr val="E6EAEE"/>
          </a:solidFill>
          <a:ln w="8813" cap="flat">
            <a:solidFill>
              <a:srgbClr val="8A939E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5DEF6F30-6591-EE83-0757-5334B9AB770E}"/>
              </a:ext>
            </a:extLst>
          </p:cNvPr>
          <p:cNvSpPr/>
          <p:nvPr/>
        </p:nvSpPr>
        <p:spPr>
          <a:xfrm>
            <a:off x="3333472" y="3865504"/>
            <a:ext cx="1300570" cy="244066"/>
          </a:xfrm>
          <a:custGeom>
            <a:avLst/>
            <a:gdLst>
              <a:gd name="connsiteX0" fmla="*/ 0 w 1282362"/>
              <a:gd name="connsiteY0" fmla="*/ 241884 h 241883"/>
              <a:gd name="connsiteX1" fmla="*/ 1282363 w 1282362"/>
              <a:gd name="connsiteY1" fmla="*/ 241884 h 241883"/>
              <a:gd name="connsiteX2" fmla="*/ 1282363 w 1282362"/>
              <a:gd name="connsiteY2" fmla="*/ 0 h 241883"/>
              <a:gd name="connsiteX3" fmla="*/ 0 w 1282362"/>
              <a:gd name="connsiteY3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2362" h="241883">
                <a:moveTo>
                  <a:pt x="0" y="241884"/>
                </a:moveTo>
                <a:lnTo>
                  <a:pt x="1282363" y="241884"/>
                </a:lnTo>
                <a:lnTo>
                  <a:pt x="1282363" y="0"/>
                </a:lnTo>
                <a:lnTo>
                  <a:pt x="0" y="0"/>
                </a:lnTo>
                <a:close/>
              </a:path>
            </a:pathLst>
          </a:custGeom>
          <a:solidFill>
            <a:srgbClr val="E6EAEE"/>
          </a:solidFill>
          <a:ln w="8813" cap="flat">
            <a:solidFill>
              <a:srgbClr val="8A939E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DA47714A-6AEE-6401-F3BA-D29BF4CDEC57}"/>
              </a:ext>
            </a:extLst>
          </p:cNvPr>
          <p:cNvSpPr/>
          <p:nvPr/>
        </p:nvSpPr>
        <p:spPr>
          <a:xfrm>
            <a:off x="4756932" y="3865504"/>
            <a:ext cx="994554" cy="244066"/>
          </a:xfrm>
          <a:custGeom>
            <a:avLst/>
            <a:gdLst>
              <a:gd name="connsiteX0" fmla="*/ 0 w 980630"/>
              <a:gd name="connsiteY0" fmla="*/ 241884 h 241883"/>
              <a:gd name="connsiteX1" fmla="*/ 980630 w 980630"/>
              <a:gd name="connsiteY1" fmla="*/ 241884 h 241883"/>
              <a:gd name="connsiteX2" fmla="*/ 980630 w 980630"/>
              <a:gd name="connsiteY2" fmla="*/ 0 h 241883"/>
              <a:gd name="connsiteX3" fmla="*/ 0 w 980630"/>
              <a:gd name="connsiteY3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0630" h="241883">
                <a:moveTo>
                  <a:pt x="0" y="241884"/>
                </a:moveTo>
                <a:lnTo>
                  <a:pt x="980630" y="241884"/>
                </a:lnTo>
                <a:lnTo>
                  <a:pt x="980630" y="0"/>
                </a:lnTo>
                <a:lnTo>
                  <a:pt x="0" y="0"/>
                </a:lnTo>
                <a:close/>
              </a:path>
            </a:pathLst>
          </a:custGeom>
          <a:solidFill>
            <a:srgbClr val="E6EAEE"/>
          </a:solidFill>
          <a:ln w="8813" cap="flat">
            <a:solidFill>
              <a:srgbClr val="8A939E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D3ED09FF-5666-CBEE-8DC4-3FB8A3597ACD}"/>
              </a:ext>
            </a:extLst>
          </p:cNvPr>
          <p:cNvSpPr/>
          <p:nvPr/>
        </p:nvSpPr>
        <p:spPr>
          <a:xfrm>
            <a:off x="5874375" y="3865504"/>
            <a:ext cx="306016" cy="244066"/>
          </a:xfrm>
          <a:custGeom>
            <a:avLst/>
            <a:gdLst>
              <a:gd name="connsiteX0" fmla="*/ 0 w 301732"/>
              <a:gd name="connsiteY0" fmla="*/ 241884 h 241883"/>
              <a:gd name="connsiteX1" fmla="*/ 301732 w 301732"/>
              <a:gd name="connsiteY1" fmla="*/ 241884 h 241883"/>
              <a:gd name="connsiteX2" fmla="*/ 301732 w 301732"/>
              <a:gd name="connsiteY2" fmla="*/ 0 h 241883"/>
              <a:gd name="connsiteX3" fmla="*/ 0 w 301732"/>
              <a:gd name="connsiteY3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732" h="241883">
                <a:moveTo>
                  <a:pt x="0" y="241884"/>
                </a:moveTo>
                <a:lnTo>
                  <a:pt x="301732" y="241884"/>
                </a:lnTo>
                <a:lnTo>
                  <a:pt x="301732" y="0"/>
                </a:lnTo>
                <a:lnTo>
                  <a:pt x="0" y="0"/>
                </a:lnTo>
                <a:close/>
              </a:path>
            </a:pathLst>
          </a:custGeom>
          <a:solidFill>
            <a:srgbClr val="E6EAEE"/>
          </a:solidFill>
          <a:ln w="8813" cap="flat">
            <a:solidFill>
              <a:srgbClr val="8A939E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5D28A7B6-3CEF-B7A4-7E24-A87D4493888D}"/>
              </a:ext>
            </a:extLst>
          </p:cNvPr>
          <p:cNvSpPr/>
          <p:nvPr/>
        </p:nvSpPr>
        <p:spPr>
          <a:xfrm>
            <a:off x="6876759" y="5035915"/>
            <a:ext cx="3666177" cy="210784"/>
          </a:xfrm>
          <a:custGeom>
            <a:avLst/>
            <a:gdLst>
              <a:gd name="connsiteX0" fmla="*/ 50487 w 3614850"/>
              <a:gd name="connsiteY0" fmla="*/ 208900 h 208899"/>
              <a:gd name="connsiteX1" fmla="*/ 3564363 w 3614850"/>
              <a:gd name="connsiteY1" fmla="*/ 208900 h 208899"/>
              <a:gd name="connsiteX2" fmla="*/ 3614850 w 3614850"/>
              <a:gd name="connsiteY2" fmla="*/ 181413 h 208899"/>
              <a:gd name="connsiteX3" fmla="*/ 3614850 w 3614850"/>
              <a:gd name="connsiteY3" fmla="*/ 27487 h 208899"/>
              <a:gd name="connsiteX4" fmla="*/ 3564363 w 3614850"/>
              <a:gd name="connsiteY4" fmla="*/ 0 h 208899"/>
              <a:gd name="connsiteX5" fmla="*/ 50487 w 3614850"/>
              <a:gd name="connsiteY5" fmla="*/ 0 h 208899"/>
              <a:gd name="connsiteX6" fmla="*/ 0 w 3614850"/>
              <a:gd name="connsiteY6" fmla="*/ 27487 h 208899"/>
              <a:gd name="connsiteX7" fmla="*/ 0 w 3614850"/>
              <a:gd name="connsiteY7" fmla="*/ 181413 h 208899"/>
              <a:gd name="connsiteX8" fmla="*/ 50487 w 3614850"/>
              <a:gd name="connsiteY8" fmla="*/ 208900 h 208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4850" h="208899">
                <a:moveTo>
                  <a:pt x="50487" y="208900"/>
                </a:moveTo>
                <a:lnTo>
                  <a:pt x="3564363" y="208900"/>
                </a:lnTo>
                <a:cubicBezTo>
                  <a:pt x="3598021" y="208900"/>
                  <a:pt x="3614850" y="199737"/>
                  <a:pt x="3614850" y="181413"/>
                </a:cubicBezTo>
                <a:lnTo>
                  <a:pt x="3614850" y="27487"/>
                </a:lnTo>
                <a:cubicBezTo>
                  <a:pt x="3614850" y="9162"/>
                  <a:pt x="3598021" y="0"/>
                  <a:pt x="3564363" y="0"/>
                </a:cubicBezTo>
                <a:lnTo>
                  <a:pt x="50487" y="0"/>
                </a:lnTo>
                <a:cubicBezTo>
                  <a:pt x="16829" y="0"/>
                  <a:pt x="0" y="9162"/>
                  <a:pt x="0" y="27487"/>
                </a:cubicBezTo>
                <a:lnTo>
                  <a:pt x="0" y="181413"/>
                </a:lnTo>
                <a:cubicBezTo>
                  <a:pt x="0" y="199737"/>
                  <a:pt x="16829" y="208900"/>
                  <a:pt x="50487" y="208900"/>
                </a:cubicBezTo>
                <a:close/>
              </a:path>
            </a:pathLst>
          </a:custGeom>
          <a:solidFill>
            <a:srgbClr val="FFFFFF"/>
          </a:solidFill>
          <a:ln w="13710" cap="flat">
            <a:solidFill>
              <a:srgbClr val="2E7D32"/>
            </a:solidFill>
            <a:custDash>
              <a:ds d="126000" sp="78750"/>
            </a:custDash>
            <a:miter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16DD0D3-4BE9-FA43-0497-AA4D9F2D97AF}"/>
              </a:ext>
            </a:extLst>
          </p:cNvPr>
          <p:cNvSpPr txBox="1"/>
          <p:nvPr/>
        </p:nvSpPr>
        <p:spPr>
          <a:xfrm>
            <a:off x="1300496" y="2213188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spc="0" baseline="0" dirty="0">
                <a:ln/>
                <a:solidFill>
                  <a:srgbClr val="2024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User</a:t>
            </a: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C5B393F8-44B9-C316-6369-832EA4F2FA8A}"/>
              </a:ext>
            </a:extLst>
          </p:cNvPr>
          <p:cNvSpPr/>
          <p:nvPr/>
        </p:nvSpPr>
        <p:spPr>
          <a:xfrm>
            <a:off x="998589" y="2875369"/>
            <a:ext cx="1312811" cy="194143"/>
          </a:xfrm>
          <a:custGeom>
            <a:avLst/>
            <a:gdLst>
              <a:gd name="connsiteX0" fmla="*/ 50487 w 1231876"/>
              <a:gd name="connsiteY0" fmla="*/ 192408 h 192407"/>
              <a:gd name="connsiteX1" fmla="*/ 1181389 w 1231876"/>
              <a:gd name="connsiteY1" fmla="*/ 192408 h 192407"/>
              <a:gd name="connsiteX2" fmla="*/ 1231876 w 1231876"/>
              <a:gd name="connsiteY2" fmla="*/ 164921 h 192407"/>
              <a:gd name="connsiteX3" fmla="*/ 1231876 w 1231876"/>
              <a:gd name="connsiteY3" fmla="*/ 27487 h 192407"/>
              <a:gd name="connsiteX4" fmla="*/ 1181389 w 1231876"/>
              <a:gd name="connsiteY4" fmla="*/ 0 h 192407"/>
              <a:gd name="connsiteX5" fmla="*/ 50487 w 1231876"/>
              <a:gd name="connsiteY5" fmla="*/ 0 h 192407"/>
              <a:gd name="connsiteX6" fmla="*/ 0 w 1231876"/>
              <a:gd name="connsiteY6" fmla="*/ 27487 h 192407"/>
              <a:gd name="connsiteX7" fmla="*/ 0 w 1231876"/>
              <a:gd name="connsiteY7" fmla="*/ 164921 h 192407"/>
              <a:gd name="connsiteX8" fmla="*/ 50487 w 1231876"/>
              <a:gd name="connsiteY8" fmla="*/ 192408 h 19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1876" h="192407">
                <a:moveTo>
                  <a:pt x="50487" y="192408"/>
                </a:moveTo>
                <a:lnTo>
                  <a:pt x="1181389" y="192408"/>
                </a:lnTo>
                <a:cubicBezTo>
                  <a:pt x="1215047" y="192408"/>
                  <a:pt x="1231876" y="183246"/>
                  <a:pt x="1231876" y="164921"/>
                </a:cubicBezTo>
                <a:lnTo>
                  <a:pt x="1231876" y="27487"/>
                </a:lnTo>
                <a:cubicBezTo>
                  <a:pt x="1231876" y="9162"/>
                  <a:pt x="1215047" y="0"/>
                  <a:pt x="1181389" y="0"/>
                </a:cubicBezTo>
                <a:lnTo>
                  <a:pt x="50487" y="0"/>
                </a:lnTo>
                <a:cubicBezTo>
                  <a:pt x="16829" y="0"/>
                  <a:pt x="0" y="9162"/>
                  <a:pt x="0" y="27487"/>
                </a:cubicBezTo>
                <a:lnTo>
                  <a:pt x="0" y="164921"/>
                </a:lnTo>
                <a:cubicBezTo>
                  <a:pt x="0" y="183246"/>
                  <a:pt x="16829" y="192408"/>
                  <a:pt x="50487" y="192408"/>
                </a:cubicBezTo>
                <a:close/>
              </a:path>
            </a:pathLst>
          </a:custGeom>
          <a:solidFill>
            <a:srgbClr val="FFFFFF"/>
          </a:solidFill>
          <a:ln w="9793" cap="flat">
            <a:solidFill>
              <a:srgbClr val="2C6A9B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A04462F1-1DB0-447B-131A-5CF17A24427C}"/>
              </a:ext>
            </a:extLst>
          </p:cNvPr>
          <p:cNvSpPr/>
          <p:nvPr/>
        </p:nvSpPr>
        <p:spPr>
          <a:xfrm>
            <a:off x="998589" y="3124983"/>
            <a:ext cx="1312811" cy="194143"/>
          </a:xfrm>
          <a:custGeom>
            <a:avLst/>
            <a:gdLst>
              <a:gd name="connsiteX0" fmla="*/ 50487 w 1231876"/>
              <a:gd name="connsiteY0" fmla="*/ 192408 h 192407"/>
              <a:gd name="connsiteX1" fmla="*/ 1181389 w 1231876"/>
              <a:gd name="connsiteY1" fmla="*/ 192408 h 192407"/>
              <a:gd name="connsiteX2" fmla="*/ 1231876 w 1231876"/>
              <a:gd name="connsiteY2" fmla="*/ 164921 h 192407"/>
              <a:gd name="connsiteX3" fmla="*/ 1231876 w 1231876"/>
              <a:gd name="connsiteY3" fmla="*/ 27487 h 192407"/>
              <a:gd name="connsiteX4" fmla="*/ 1181389 w 1231876"/>
              <a:gd name="connsiteY4" fmla="*/ 0 h 192407"/>
              <a:gd name="connsiteX5" fmla="*/ 50487 w 1231876"/>
              <a:gd name="connsiteY5" fmla="*/ 0 h 192407"/>
              <a:gd name="connsiteX6" fmla="*/ 0 w 1231876"/>
              <a:gd name="connsiteY6" fmla="*/ 27487 h 192407"/>
              <a:gd name="connsiteX7" fmla="*/ 0 w 1231876"/>
              <a:gd name="connsiteY7" fmla="*/ 164921 h 192407"/>
              <a:gd name="connsiteX8" fmla="*/ 50487 w 1231876"/>
              <a:gd name="connsiteY8" fmla="*/ 192408 h 19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1876" h="192407">
                <a:moveTo>
                  <a:pt x="50487" y="192408"/>
                </a:moveTo>
                <a:lnTo>
                  <a:pt x="1181389" y="192408"/>
                </a:lnTo>
                <a:cubicBezTo>
                  <a:pt x="1215047" y="192408"/>
                  <a:pt x="1231876" y="183245"/>
                  <a:pt x="1231876" y="164921"/>
                </a:cubicBezTo>
                <a:lnTo>
                  <a:pt x="1231876" y="27487"/>
                </a:lnTo>
                <a:cubicBezTo>
                  <a:pt x="1231876" y="9162"/>
                  <a:pt x="1215047" y="0"/>
                  <a:pt x="1181389" y="0"/>
                </a:cubicBezTo>
                <a:lnTo>
                  <a:pt x="50487" y="0"/>
                </a:lnTo>
                <a:cubicBezTo>
                  <a:pt x="16829" y="0"/>
                  <a:pt x="0" y="9162"/>
                  <a:pt x="0" y="27487"/>
                </a:cubicBezTo>
                <a:lnTo>
                  <a:pt x="0" y="164921"/>
                </a:lnTo>
                <a:cubicBezTo>
                  <a:pt x="0" y="183245"/>
                  <a:pt x="16829" y="192408"/>
                  <a:pt x="50487" y="192408"/>
                </a:cubicBezTo>
                <a:close/>
              </a:path>
            </a:pathLst>
          </a:custGeom>
          <a:solidFill>
            <a:srgbClr val="FFFFFF"/>
          </a:solidFill>
          <a:ln w="9793" cap="flat">
            <a:solidFill>
              <a:srgbClr val="2C6A9B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9236B27B-CA64-A33E-41B2-F12D127D1762}"/>
              </a:ext>
            </a:extLst>
          </p:cNvPr>
          <p:cNvSpPr/>
          <p:nvPr/>
        </p:nvSpPr>
        <p:spPr>
          <a:xfrm>
            <a:off x="998589" y="3374597"/>
            <a:ext cx="1312811" cy="194143"/>
          </a:xfrm>
          <a:custGeom>
            <a:avLst/>
            <a:gdLst>
              <a:gd name="connsiteX0" fmla="*/ 50487 w 1231876"/>
              <a:gd name="connsiteY0" fmla="*/ 192408 h 192407"/>
              <a:gd name="connsiteX1" fmla="*/ 1181389 w 1231876"/>
              <a:gd name="connsiteY1" fmla="*/ 192408 h 192407"/>
              <a:gd name="connsiteX2" fmla="*/ 1231876 w 1231876"/>
              <a:gd name="connsiteY2" fmla="*/ 164921 h 192407"/>
              <a:gd name="connsiteX3" fmla="*/ 1231876 w 1231876"/>
              <a:gd name="connsiteY3" fmla="*/ 27487 h 192407"/>
              <a:gd name="connsiteX4" fmla="*/ 1181389 w 1231876"/>
              <a:gd name="connsiteY4" fmla="*/ 0 h 192407"/>
              <a:gd name="connsiteX5" fmla="*/ 50487 w 1231876"/>
              <a:gd name="connsiteY5" fmla="*/ 0 h 192407"/>
              <a:gd name="connsiteX6" fmla="*/ 0 w 1231876"/>
              <a:gd name="connsiteY6" fmla="*/ 27487 h 192407"/>
              <a:gd name="connsiteX7" fmla="*/ 0 w 1231876"/>
              <a:gd name="connsiteY7" fmla="*/ 164921 h 192407"/>
              <a:gd name="connsiteX8" fmla="*/ 50487 w 1231876"/>
              <a:gd name="connsiteY8" fmla="*/ 192408 h 19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1876" h="192407">
                <a:moveTo>
                  <a:pt x="50487" y="192408"/>
                </a:moveTo>
                <a:lnTo>
                  <a:pt x="1181389" y="192408"/>
                </a:lnTo>
                <a:cubicBezTo>
                  <a:pt x="1215047" y="192408"/>
                  <a:pt x="1231876" y="183245"/>
                  <a:pt x="1231876" y="164921"/>
                </a:cubicBezTo>
                <a:lnTo>
                  <a:pt x="1231876" y="27487"/>
                </a:lnTo>
                <a:cubicBezTo>
                  <a:pt x="1231876" y="9162"/>
                  <a:pt x="1215047" y="0"/>
                  <a:pt x="1181389" y="0"/>
                </a:cubicBezTo>
                <a:lnTo>
                  <a:pt x="50487" y="0"/>
                </a:lnTo>
                <a:cubicBezTo>
                  <a:pt x="16829" y="0"/>
                  <a:pt x="0" y="9162"/>
                  <a:pt x="0" y="27487"/>
                </a:cubicBezTo>
                <a:lnTo>
                  <a:pt x="0" y="164921"/>
                </a:lnTo>
                <a:cubicBezTo>
                  <a:pt x="0" y="183245"/>
                  <a:pt x="16829" y="192408"/>
                  <a:pt x="50487" y="192408"/>
                </a:cubicBezTo>
                <a:close/>
              </a:path>
            </a:pathLst>
          </a:custGeom>
          <a:solidFill>
            <a:srgbClr val="FFFFFF"/>
          </a:solidFill>
          <a:ln w="9793" cap="flat">
            <a:solidFill>
              <a:srgbClr val="2C6A9B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F09B594-4293-749B-5733-3769D11505A3}"/>
              </a:ext>
            </a:extLst>
          </p:cNvPr>
          <p:cNvSpPr txBox="1"/>
          <p:nvPr/>
        </p:nvSpPr>
        <p:spPr>
          <a:xfrm>
            <a:off x="3240734" y="828830"/>
            <a:ext cx="16177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b="1" spc="0" baseline="0">
                <a:ln/>
                <a:solidFill>
                  <a:srgbClr val="2024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Server 1 (near edge)</a:t>
            </a:r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7DDA22FD-176F-3670-A447-81F57BE33B2D}"/>
              </a:ext>
            </a:extLst>
          </p:cNvPr>
          <p:cNvSpPr/>
          <p:nvPr/>
        </p:nvSpPr>
        <p:spPr>
          <a:xfrm>
            <a:off x="3333472" y="1147489"/>
            <a:ext cx="1300570" cy="244067"/>
          </a:xfrm>
          <a:custGeom>
            <a:avLst/>
            <a:gdLst>
              <a:gd name="connsiteX0" fmla="*/ 0 w 1282362"/>
              <a:gd name="connsiteY0" fmla="*/ 241884 h 241884"/>
              <a:gd name="connsiteX1" fmla="*/ 1282363 w 1282362"/>
              <a:gd name="connsiteY1" fmla="*/ 241884 h 241884"/>
              <a:gd name="connsiteX2" fmla="*/ 1282363 w 1282362"/>
              <a:gd name="connsiteY2" fmla="*/ 0 h 241884"/>
              <a:gd name="connsiteX3" fmla="*/ 0 w 1282362"/>
              <a:gd name="connsiteY3" fmla="*/ 0 h 24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2362" h="241884">
                <a:moveTo>
                  <a:pt x="0" y="241884"/>
                </a:moveTo>
                <a:lnTo>
                  <a:pt x="1282363" y="241884"/>
                </a:lnTo>
                <a:lnTo>
                  <a:pt x="1282363" y="0"/>
                </a:lnTo>
                <a:lnTo>
                  <a:pt x="0" y="0"/>
                </a:lnTo>
                <a:close/>
              </a:path>
            </a:pathLst>
          </a:custGeom>
          <a:solidFill>
            <a:srgbClr val="26558E"/>
          </a:solidFill>
          <a:ln w="19585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170772C-1361-0A5D-2202-FC9792047F88}"/>
              </a:ext>
            </a:extLst>
          </p:cNvPr>
          <p:cNvSpPr txBox="1"/>
          <p:nvPr/>
        </p:nvSpPr>
        <p:spPr>
          <a:xfrm>
            <a:off x="3839337" y="1367473"/>
            <a:ext cx="397840" cy="3058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7B</a:t>
            </a: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B351A5E8-5C03-CE12-B15B-E0B3953A73CA}"/>
              </a:ext>
            </a:extLst>
          </p:cNvPr>
          <p:cNvSpPr/>
          <p:nvPr/>
        </p:nvSpPr>
        <p:spPr>
          <a:xfrm>
            <a:off x="4756932" y="1147489"/>
            <a:ext cx="994554" cy="244067"/>
          </a:xfrm>
          <a:custGeom>
            <a:avLst/>
            <a:gdLst>
              <a:gd name="connsiteX0" fmla="*/ 0 w 980630"/>
              <a:gd name="connsiteY0" fmla="*/ 241884 h 241884"/>
              <a:gd name="connsiteX1" fmla="*/ 980630 w 980630"/>
              <a:gd name="connsiteY1" fmla="*/ 241884 h 241884"/>
              <a:gd name="connsiteX2" fmla="*/ 980630 w 980630"/>
              <a:gd name="connsiteY2" fmla="*/ 0 h 241884"/>
              <a:gd name="connsiteX3" fmla="*/ 0 w 980630"/>
              <a:gd name="connsiteY3" fmla="*/ 0 h 24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0630" h="241884">
                <a:moveTo>
                  <a:pt x="0" y="241884"/>
                </a:moveTo>
                <a:lnTo>
                  <a:pt x="980630" y="241884"/>
                </a:lnTo>
                <a:lnTo>
                  <a:pt x="980630" y="0"/>
                </a:lnTo>
                <a:lnTo>
                  <a:pt x="0" y="0"/>
                </a:lnTo>
                <a:close/>
              </a:path>
            </a:pathLst>
          </a:custGeom>
          <a:solidFill>
            <a:srgbClr val="26558E"/>
          </a:solidFill>
          <a:ln w="19585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F6C2E5B-655D-4B82-E42C-960F121E16E3}"/>
              </a:ext>
            </a:extLst>
          </p:cNvPr>
          <p:cNvSpPr txBox="1"/>
          <p:nvPr/>
        </p:nvSpPr>
        <p:spPr>
          <a:xfrm>
            <a:off x="5061706" y="1367473"/>
            <a:ext cx="508464" cy="285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1.8B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331D0C5-C0AA-B492-48A1-C8BDF394151D}"/>
              </a:ext>
            </a:extLst>
          </p:cNvPr>
          <p:cNvSpPr txBox="1"/>
          <p:nvPr/>
        </p:nvSpPr>
        <p:spPr>
          <a:xfrm>
            <a:off x="5857361" y="1366895"/>
            <a:ext cx="503452" cy="285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tiny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DEC2AE5A-AD35-75F2-EE43-479B74412940}"/>
              </a:ext>
            </a:extLst>
          </p:cNvPr>
          <p:cNvSpPr txBox="1"/>
          <p:nvPr/>
        </p:nvSpPr>
        <p:spPr>
          <a:xfrm>
            <a:off x="3240734" y="1590703"/>
            <a:ext cx="30251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 dirty="0">
                <a:ln/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compute 6 </a:t>
            </a:r>
            <a:r>
              <a:rPr lang="en-US" altLang="zh-CN" sz="1100" b="0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nthropic Mono"/>
              </a:rPr>
              <a:t>GFLOP/</a:t>
            </a:r>
            <a:r>
              <a:rPr lang="en-US" altLang="zh-CN" sz="1100" b="0" i="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nthropic Mono"/>
              </a:rPr>
              <a:t>ms</a:t>
            </a:r>
            <a:r>
              <a:rPr lang="zh-CN" altLang="en-US" sz="1100" spc="0" baseline="0" dirty="0">
                <a:ln/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 · mem-bw 900 </a:t>
            </a:r>
            <a:r>
              <a:rPr lang="en-US" altLang="zh-CN" sz="1100" b="0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nthropic Sans"/>
              </a:rPr>
              <a:t>MB/</a:t>
            </a:r>
            <a:r>
              <a:rPr lang="en-US" altLang="zh-CN" sz="1100" b="0" i="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nthropic Sans"/>
              </a:rPr>
              <a:t>ms</a:t>
            </a:r>
            <a:endParaRPr lang="zh-CN" altLang="en-US" sz="1100" spc="0" baseline="0" dirty="0">
              <a:ln/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  <a:rtl val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4F68E692-C077-7A70-E14A-D9D5818A349B}"/>
              </a:ext>
            </a:extLst>
          </p:cNvPr>
          <p:cNvSpPr txBox="1"/>
          <p:nvPr/>
        </p:nvSpPr>
        <p:spPr>
          <a:xfrm>
            <a:off x="3240734" y="2187837"/>
            <a:ext cx="15760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b="1" spc="0" baseline="0">
                <a:ln/>
                <a:solidFill>
                  <a:srgbClr val="2024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Server 2 (mid edge)</a:t>
            </a: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B0D0F650-1D6F-3B2B-6CAC-C8410CECB847}"/>
              </a:ext>
            </a:extLst>
          </p:cNvPr>
          <p:cNvSpPr/>
          <p:nvPr/>
        </p:nvSpPr>
        <p:spPr>
          <a:xfrm>
            <a:off x="3333472" y="2506496"/>
            <a:ext cx="806353" cy="244066"/>
          </a:xfrm>
          <a:custGeom>
            <a:avLst/>
            <a:gdLst>
              <a:gd name="connsiteX0" fmla="*/ 0 w 795064"/>
              <a:gd name="connsiteY0" fmla="*/ 241884 h 241883"/>
              <a:gd name="connsiteX1" fmla="*/ 795065 w 795064"/>
              <a:gd name="connsiteY1" fmla="*/ 241884 h 241883"/>
              <a:gd name="connsiteX2" fmla="*/ 795065 w 795064"/>
              <a:gd name="connsiteY2" fmla="*/ 0 h 241883"/>
              <a:gd name="connsiteX3" fmla="*/ 0 w 795064"/>
              <a:gd name="connsiteY3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5064" h="241883">
                <a:moveTo>
                  <a:pt x="0" y="241884"/>
                </a:moveTo>
                <a:lnTo>
                  <a:pt x="795065" y="241884"/>
                </a:lnTo>
                <a:lnTo>
                  <a:pt x="795065" y="0"/>
                </a:lnTo>
                <a:lnTo>
                  <a:pt x="0" y="0"/>
                </a:lnTo>
                <a:close/>
              </a:path>
            </a:pathLst>
          </a:custGeom>
          <a:solidFill>
            <a:srgbClr val="26558E"/>
          </a:solidFill>
          <a:ln w="19585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2E9E133-06AD-33CE-3288-160E58C6E0B2}"/>
              </a:ext>
            </a:extLst>
          </p:cNvPr>
          <p:cNvSpPr txBox="1"/>
          <p:nvPr/>
        </p:nvSpPr>
        <p:spPr>
          <a:xfrm>
            <a:off x="3837495" y="2726482"/>
            <a:ext cx="387745" cy="3088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7B</a:t>
            </a:r>
          </a:p>
        </p:txBody>
      </p:sp>
      <p:sp>
        <p:nvSpPr>
          <p:cNvPr id="63" name="任意多边形: 形状 62">
            <a:extLst>
              <a:ext uri="{FF2B5EF4-FFF2-40B4-BE49-F238E27FC236}">
                <a16:creationId xmlns:a16="http://schemas.microsoft.com/office/drawing/2014/main" id="{598AF824-236D-8F33-CD28-F6F6D7A65232}"/>
              </a:ext>
            </a:extLst>
          </p:cNvPr>
          <p:cNvSpPr/>
          <p:nvPr/>
        </p:nvSpPr>
        <p:spPr>
          <a:xfrm>
            <a:off x="4756932" y="2506496"/>
            <a:ext cx="547004" cy="244066"/>
          </a:xfrm>
          <a:custGeom>
            <a:avLst/>
            <a:gdLst>
              <a:gd name="connsiteX0" fmla="*/ 0 w 539346"/>
              <a:gd name="connsiteY0" fmla="*/ 241884 h 241883"/>
              <a:gd name="connsiteX1" fmla="*/ 539347 w 539346"/>
              <a:gd name="connsiteY1" fmla="*/ 241884 h 241883"/>
              <a:gd name="connsiteX2" fmla="*/ 539347 w 539346"/>
              <a:gd name="connsiteY2" fmla="*/ 0 h 241883"/>
              <a:gd name="connsiteX3" fmla="*/ 0 w 539346"/>
              <a:gd name="connsiteY3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346" h="241883">
                <a:moveTo>
                  <a:pt x="0" y="241884"/>
                </a:moveTo>
                <a:lnTo>
                  <a:pt x="539347" y="241884"/>
                </a:lnTo>
                <a:lnTo>
                  <a:pt x="539347" y="0"/>
                </a:lnTo>
                <a:lnTo>
                  <a:pt x="0" y="0"/>
                </a:lnTo>
                <a:close/>
              </a:path>
            </a:pathLst>
          </a:custGeom>
          <a:solidFill>
            <a:srgbClr val="26558E"/>
          </a:solidFill>
          <a:ln w="19585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49A0EA6-F383-3284-9450-5CE6EE44B269}"/>
              </a:ext>
            </a:extLst>
          </p:cNvPr>
          <p:cNvSpPr txBox="1"/>
          <p:nvPr/>
        </p:nvSpPr>
        <p:spPr>
          <a:xfrm>
            <a:off x="5061543" y="2726482"/>
            <a:ext cx="514279" cy="3088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1.8B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296D64C2-9992-3609-97A6-A6354DC089CA}"/>
              </a:ext>
            </a:extLst>
          </p:cNvPr>
          <p:cNvSpPr txBox="1"/>
          <p:nvPr/>
        </p:nvSpPr>
        <p:spPr>
          <a:xfrm>
            <a:off x="5857360" y="2725903"/>
            <a:ext cx="531711" cy="315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tiny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FC302E03-0C96-D024-3247-CC0FFE4276A3}"/>
              </a:ext>
            </a:extLst>
          </p:cNvPr>
          <p:cNvSpPr txBox="1"/>
          <p:nvPr/>
        </p:nvSpPr>
        <p:spPr>
          <a:xfrm>
            <a:off x="3240734" y="2944631"/>
            <a:ext cx="31502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 dirty="0">
                <a:ln/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compute 12 </a:t>
            </a:r>
            <a:r>
              <a:rPr lang="en-US" altLang="zh-CN" sz="1100" b="0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nthropic Mono"/>
              </a:rPr>
              <a:t>GFLOP/</a:t>
            </a:r>
            <a:r>
              <a:rPr lang="en-US" altLang="zh-CN" sz="1100" b="0" i="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nthropic Mono"/>
              </a:rPr>
              <a:t>ms</a:t>
            </a:r>
            <a:r>
              <a:rPr lang="zh-CN" altLang="en-US" sz="1100" spc="0" baseline="0" dirty="0">
                <a:ln/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  · mem-bw 900 </a:t>
            </a:r>
            <a:r>
              <a:rPr lang="en-US" altLang="zh-CN" sz="1100" b="0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nthropic Sans"/>
              </a:rPr>
              <a:t>MB/</a:t>
            </a:r>
            <a:r>
              <a:rPr lang="en-US" altLang="zh-CN" sz="1100" b="0" i="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nthropic Sans"/>
              </a:rPr>
              <a:t>ms</a:t>
            </a:r>
            <a:endParaRPr lang="zh-CN" altLang="en-US" sz="1100" spc="0" baseline="0" dirty="0">
              <a:ln/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  <a:rtl val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3F315CE1-890D-6371-D811-2F11FA0C00EF}"/>
              </a:ext>
            </a:extLst>
          </p:cNvPr>
          <p:cNvSpPr txBox="1"/>
          <p:nvPr/>
        </p:nvSpPr>
        <p:spPr>
          <a:xfrm>
            <a:off x="3240734" y="3546845"/>
            <a:ext cx="13035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b="1" spc="0" baseline="0">
                <a:ln/>
                <a:solidFill>
                  <a:srgbClr val="2024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Server 3 (cloud)</a:t>
            </a:r>
          </a:p>
        </p:txBody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77CD3A11-8CA5-8180-6ED3-C9AECFBA4484}"/>
              </a:ext>
            </a:extLst>
          </p:cNvPr>
          <p:cNvSpPr/>
          <p:nvPr/>
        </p:nvSpPr>
        <p:spPr>
          <a:xfrm>
            <a:off x="3333472" y="3865504"/>
            <a:ext cx="260114" cy="244066"/>
          </a:xfrm>
          <a:custGeom>
            <a:avLst/>
            <a:gdLst>
              <a:gd name="connsiteX0" fmla="*/ 0 w 256472"/>
              <a:gd name="connsiteY0" fmla="*/ 241884 h 241883"/>
              <a:gd name="connsiteX1" fmla="*/ 256473 w 256472"/>
              <a:gd name="connsiteY1" fmla="*/ 241884 h 241883"/>
              <a:gd name="connsiteX2" fmla="*/ 256473 w 256472"/>
              <a:gd name="connsiteY2" fmla="*/ 0 h 241883"/>
              <a:gd name="connsiteX3" fmla="*/ 0 w 256472"/>
              <a:gd name="connsiteY3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472" h="241883">
                <a:moveTo>
                  <a:pt x="0" y="241884"/>
                </a:moveTo>
                <a:lnTo>
                  <a:pt x="256473" y="241884"/>
                </a:lnTo>
                <a:lnTo>
                  <a:pt x="256473" y="0"/>
                </a:lnTo>
                <a:lnTo>
                  <a:pt x="0" y="0"/>
                </a:lnTo>
                <a:close/>
              </a:path>
            </a:pathLst>
          </a:custGeom>
          <a:solidFill>
            <a:srgbClr val="26558E"/>
          </a:solidFill>
          <a:ln w="19585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6BF2572D-ADD0-83FC-4BE7-49C90E28011B}"/>
              </a:ext>
            </a:extLst>
          </p:cNvPr>
          <p:cNvSpPr txBox="1"/>
          <p:nvPr/>
        </p:nvSpPr>
        <p:spPr>
          <a:xfrm>
            <a:off x="3844833" y="4085493"/>
            <a:ext cx="489331" cy="359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 dirty="0">
                <a:ln/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7B</a:t>
            </a:r>
          </a:p>
        </p:txBody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2C5E16FC-9EF1-D76A-AD3F-B871E9386BEC}"/>
              </a:ext>
            </a:extLst>
          </p:cNvPr>
          <p:cNvSpPr/>
          <p:nvPr/>
        </p:nvSpPr>
        <p:spPr>
          <a:xfrm>
            <a:off x="4756932" y="3865504"/>
            <a:ext cx="348093" cy="244066"/>
          </a:xfrm>
          <a:custGeom>
            <a:avLst/>
            <a:gdLst>
              <a:gd name="connsiteX0" fmla="*/ 0 w 343220"/>
              <a:gd name="connsiteY0" fmla="*/ 241884 h 241883"/>
              <a:gd name="connsiteX1" fmla="*/ 343221 w 343220"/>
              <a:gd name="connsiteY1" fmla="*/ 241884 h 241883"/>
              <a:gd name="connsiteX2" fmla="*/ 343221 w 343220"/>
              <a:gd name="connsiteY2" fmla="*/ 0 h 241883"/>
              <a:gd name="connsiteX3" fmla="*/ 0 w 343220"/>
              <a:gd name="connsiteY3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220" h="241883">
                <a:moveTo>
                  <a:pt x="0" y="241884"/>
                </a:moveTo>
                <a:lnTo>
                  <a:pt x="343221" y="241884"/>
                </a:lnTo>
                <a:lnTo>
                  <a:pt x="343221" y="0"/>
                </a:lnTo>
                <a:lnTo>
                  <a:pt x="0" y="0"/>
                </a:lnTo>
                <a:close/>
              </a:path>
            </a:pathLst>
          </a:custGeom>
          <a:solidFill>
            <a:srgbClr val="26558E"/>
          </a:solidFill>
          <a:ln w="19585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01F8F80-7353-39E7-7835-167646053483}"/>
              </a:ext>
            </a:extLst>
          </p:cNvPr>
          <p:cNvSpPr txBox="1"/>
          <p:nvPr/>
        </p:nvSpPr>
        <p:spPr>
          <a:xfrm>
            <a:off x="5059316" y="4085493"/>
            <a:ext cx="566081" cy="334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1.8B</a:t>
            </a:r>
          </a:p>
        </p:txBody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1E56727B-AE95-F21C-2E83-88C0A8254618}"/>
              </a:ext>
            </a:extLst>
          </p:cNvPr>
          <p:cNvSpPr/>
          <p:nvPr/>
        </p:nvSpPr>
        <p:spPr>
          <a:xfrm>
            <a:off x="5874375" y="3865504"/>
            <a:ext cx="189729" cy="244066"/>
          </a:xfrm>
          <a:custGeom>
            <a:avLst/>
            <a:gdLst>
              <a:gd name="connsiteX0" fmla="*/ 0 w 187073"/>
              <a:gd name="connsiteY0" fmla="*/ 241884 h 241883"/>
              <a:gd name="connsiteX1" fmla="*/ 187074 w 187073"/>
              <a:gd name="connsiteY1" fmla="*/ 241884 h 241883"/>
              <a:gd name="connsiteX2" fmla="*/ 187074 w 187073"/>
              <a:gd name="connsiteY2" fmla="*/ 0 h 241883"/>
              <a:gd name="connsiteX3" fmla="*/ 0 w 187073"/>
              <a:gd name="connsiteY3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073" h="241883">
                <a:moveTo>
                  <a:pt x="0" y="241884"/>
                </a:moveTo>
                <a:lnTo>
                  <a:pt x="187074" y="241884"/>
                </a:lnTo>
                <a:lnTo>
                  <a:pt x="18707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558E"/>
          </a:solidFill>
          <a:ln w="19585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2C9B28B7-3011-D955-45FC-FD09EFA2E885}"/>
              </a:ext>
            </a:extLst>
          </p:cNvPr>
          <p:cNvSpPr txBox="1"/>
          <p:nvPr/>
        </p:nvSpPr>
        <p:spPr>
          <a:xfrm>
            <a:off x="5857361" y="4084913"/>
            <a:ext cx="557994" cy="333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tiny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272DC53D-558F-B5AD-1768-10AE6E9009B3}"/>
              </a:ext>
            </a:extLst>
          </p:cNvPr>
          <p:cNvSpPr txBox="1"/>
          <p:nvPr/>
        </p:nvSpPr>
        <p:spPr>
          <a:xfrm>
            <a:off x="3240734" y="4313798"/>
            <a:ext cx="31918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 dirty="0">
                <a:ln/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compute 30 </a:t>
            </a:r>
            <a:r>
              <a:rPr lang="en-US" altLang="zh-CN" sz="1100" b="0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nthropic Mono"/>
              </a:rPr>
              <a:t>GFLOP/</a:t>
            </a:r>
            <a:r>
              <a:rPr lang="en-US" altLang="zh-CN" sz="1100" b="0" i="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nthropic Mono"/>
              </a:rPr>
              <a:t>ms</a:t>
            </a:r>
            <a:r>
              <a:rPr lang="zh-CN" altLang="en-US" sz="1100" spc="0" baseline="0" dirty="0">
                <a:ln/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 · mem-bw 2000 </a:t>
            </a:r>
            <a:r>
              <a:rPr lang="en-US" altLang="zh-CN" sz="1100" b="0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nthropic Sans"/>
              </a:rPr>
              <a:t>MB/</a:t>
            </a:r>
            <a:r>
              <a:rPr lang="en-US" altLang="zh-CN" sz="1100" b="0" i="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nthropic Sans"/>
              </a:rPr>
              <a:t>ms</a:t>
            </a:r>
            <a:endParaRPr lang="zh-CN" altLang="en-US" sz="1100" spc="0" baseline="0" dirty="0">
              <a:ln/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  <a:rtl val="0"/>
            </a:endParaRPr>
          </a:p>
        </p:txBody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9B3C9992-9B3C-DCBD-D020-67261F46583A}"/>
              </a:ext>
            </a:extLst>
          </p:cNvPr>
          <p:cNvSpPr/>
          <p:nvPr/>
        </p:nvSpPr>
        <p:spPr>
          <a:xfrm>
            <a:off x="7081575" y="3871050"/>
            <a:ext cx="3379435" cy="19792"/>
          </a:xfrm>
          <a:custGeom>
            <a:avLst/>
            <a:gdLst>
              <a:gd name="connsiteX0" fmla="*/ 0 w 3332123"/>
              <a:gd name="connsiteY0" fmla="*/ 0 h 19615"/>
              <a:gd name="connsiteX1" fmla="*/ 3332124 w 3332123"/>
              <a:gd name="connsiteY1" fmla="*/ 0 h 19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32123" h="19615">
                <a:moveTo>
                  <a:pt x="0" y="0"/>
                </a:moveTo>
                <a:lnTo>
                  <a:pt x="3332124" y="0"/>
                </a:lnTo>
              </a:path>
            </a:pathLst>
          </a:custGeom>
          <a:noFill/>
          <a:ln w="13710" cap="sq">
            <a:solidFill>
              <a:srgbClr val="20242B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381A089C-7D40-FA38-47C0-8644E3690E7E}"/>
              </a:ext>
            </a:extLst>
          </p:cNvPr>
          <p:cNvSpPr/>
          <p:nvPr/>
        </p:nvSpPr>
        <p:spPr>
          <a:xfrm>
            <a:off x="7081575" y="3821128"/>
            <a:ext cx="19864" cy="99845"/>
          </a:xfrm>
          <a:custGeom>
            <a:avLst/>
            <a:gdLst>
              <a:gd name="connsiteX0" fmla="*/ 0 w 19586"/>
              <a:gd name="connsiteY0" fmla="*/ 98953 h 98952"/>
              <a:gd name="connsiteX1" fmla="*/ 0 w 19586"/>
              <a:gd name="connsiteY1" fmla="*/ 0 h 9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98952">
                <a:moveTo>
                  <a:pt x="0" y="98953"/>
                </a:moveTo>
                <a:lnTo>
                  <a:pt x="0" y="0"/>
                </a:lnTo>
              </a:path>
            </a:pathLst>
          </a:custGeom>
          <a:noFill/>
          <a:ln w="11751" cap="sq">
            <a:solidFill>
              <a:srgbClr val="20242B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CBFC08FB-BE41-FCA2-C9A1-3B07C3AF502F}"/>
              </a:ext>
            </a:extLst>
          </p:cNvPr>
          <p:cNvSpPr/>
          <p:nvPr/>
        </p:nvSpPr>
        <p:spPr>
          <a:xfrm>
            <a:off x="7926434" y="3821128"/>
            <a:ext cx="19864" cy="99845"/>
          </a:xfrm>
          <a:custGeom>
            <a:avLst/>
            <a:gdLst>
              <a:gd name="connsiteX0" fmla="*/ 0 w 19586"/>
              <a:gd name="connsiteY0" fmla="*/ 98953 h 98952"/>
              <a:gd name="connsiteX1" fmla="*/ 0 w 19586"/>
              <a:gd name="connsiteY1" fmla="*/ 0 h 9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98952">
                <a:moveTo>
                  <a:pt x="0" y="98953"/>
                </a:moveTo>
                <a:lnTo>
                  <a:pt x="0" y="0"/>
                </a:lnTo>
              </a:path>
            </a:pathLst>
          </a:custGeom>
          <a:noFill/>
          <a:ln w="11751" cap="sq">
            <a:solidFill>
              <a:srgbClr val="20242B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01257F8B-230E-6266-E52A-C9F03C836026}"/>
              </a:ext>
            </a:extLst>
          </p:cNvPr>
          <p:cNvSpPr/>
          <p:nvPr/>
        </p:nvSpPr>
        <p:spPr>
          <a:xfrm>
            <a:off x="8771292" y="3821128"/>
            <a:ext cx="19864" cy="99845"/>
          </a:xfrm>
          <a:custGeom>
            <a:avLst/>
            <a:gdLst>
              <a:gd name="connsiteX0" fmla="*/ 0 w 19586"/>
              <a:gd name="connsiteY0" fmla="*/ 98953 h 98952"/>
              <a:gd name="connsiteX1" fmla="*/ 0 w 19586"/>
              <a:gd name="connsiteY1" fmla="*/ 0 h 9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98952">
                <a:moveTo>
                  <a:pt x="0" y="98953"/>
                </a:moveTo>
                <a:lnTo>
                  <a:pt x="0" y="0"/>
                </a:lnTo>
              </a:path>
            </a:pathLst>
          </a:custGeom>
          <a:noFill/>
          <a:ln w="11751" cap="sq">
            <a:solidFill>
              <a:srgbClr val="20242B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23470C82-EB2A-C9FB-BD5B-DAE5CFF76EF8}"/>
              </a:ext>
            </a:extLst>
          </p:cNvPr>
          <p:cNvSpPr/>
          <p:nvPr/>
        </p:nvSpPr>
        <p:spPr>
          <a:xfrm>
            <a:off x="9616151" y="3821128"/>
            <a:ext cx="19864" cy="99845"/>
          </a:xfrm>
          <a:custGeom>
            <a:avLst/>
            <a:gdLst>
              <a:gd name="connsiteX0" fmla="*/ 0 w 19586"/>
              <a:gd name="connsiteY0" fmla="*/ 98953 h 98952"/>
              <a:gd name="connsiteX1" fmla="*/ 0 w 19586"/>
              <a:gd name="connsiteY1" fmla="*/ 0 h 9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98952">
                <a:moveTo>
                  <a:pt x="0" y="98953"/>
                </a:moveTo>
                <a:lnTo>
                  <a:pt x="0" y="0"/>
                </a:lnTo>
              </a:path>
            </a:pathLst>
          </a:custGeom>
          <a:noFill/>
          <a:ln w="11751" cap="sq">
            <a:solidFill>
              <a:srgbClr val="20242B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1A522849-31D9-9CB5-2FFF-1688A54B331F}"/>
              </a:ext>
            </a:extLst>
          </p:cNvPr>
          <p:cNvSpPr/>
          <p:nvPr/>
        </p:nvSpPr>
        <p:spPr>
          <a:xfrm>
            <a:off x="10461010" y="3821128"/>
            <a:ext cx="19864" cy="99845"/>
          </a:xfrm>
          <a:custGeom>
            <a:avLst/>
            <a:gdLst>
              <a:gd name="connsiteX0" fmla="*/ 0 w 19586"/>
              <a:gd name="connsiteY0" fmla="*/ 98953 h 98952"/>
              <a:gd name="connsiteX1" fmla="*/ 0 w 19586"/>
              <a:gd name="connsiteY1" fmla="*/ 0 h 9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98952">
                <a:moveTo>
                  <a:pt x="0" y="98953"/>
                </a:moveTo>
                <a:lnTo>
                  <a:pt x="0" y="0"/>
                </a:lnTo>
              </a:path>
            </a:pathLst>
          </a:custGeom>
          <a:noFill/>
          <a:ln w="11751" cap="sq">
            <a:solidFill>
              <a:srgbClr val="20242B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1DCC9DE5-3312-D8E0-8348-78BAEB0CDC97}"/>
              </a:ext>
            </a:extLst>
          </p:cNvPr>
          <p:cNvSpPr txBox="1"/>
          <p:nvPr/>
        </p:nvSpPr>
        <p:spPr>
          <a:xfrm>
            <a:off x="7401333" y="3895761"/>
            <a:ext cx="2343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t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908840F5-F4CE-10AE-207F-E435D0ACDDD8}"/>
              </a:ext>
            </a:extLst>
          </p:cNvPr>
          <p:cNvSpPr txBox="1"/>
          <p:nvPr/>
        </p:nvSpPr>
        <p:spPr>
          <a:xfrm>
            <a:off x="8186598" y="3895761"/>
            <a:ext cx="4122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t+1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51D4FB1C-E56C-7AAB-B8BA-5EB4F4C4B355}"/>
              </a:ext>
            </a:extLst>
          </p:cNvPr>
          <p:cNvSpPr txBox="1"/>
          <p:nvPr/>
        </p:nvSpPr>
        <p:spPr>
          <a:xfrm>
            <a:off x="9031456" y="3895761"/>
            <a:ext cx="4122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t+2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80C2DB6D-2CF3-984F-B85A-81BEF006E6C0}"/>
              </a:ext>
            </a:extLst>
          </p:cNvPr>
          <p:cNvSpPr txBox="1"/>
          <p:nvPr/>
        </p:nvSpPr>
        <p:spPr>
          <a:xfrm>
            <a:off x="9876315" y="3895761"/>
            <a:ext cx="4122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t+3</a:t>
            </a:r>
          </a:p>
        </p:txBody>
      </p:sp>
      <p:sp>
        <p:nvSpPr>
          <p:cNvPr id="107" name="任意多边形: 形状 106">
            <a:extLst>
              <a:ext uri="{FF2B5EF4-FFF2-40B4-BE49-F238E27FC236}">
                <a16:creationId xmlns:a16="http://schemas.microsoft.com/office/drawing/2014/main" id="{92C13F1E-EE4B-3DAA-2330-A4D74134D367}"/>
              </a:ext>
            </a:extLst>
          </p:cNvPr>
          <p:cNvSpPr/>
          <p:nvPr/>
        </p:nvSpPr>
        <p:spPr>
          <a:xfrm>
            <a:off x="7318135" y="3107748"/>
            <a:ext cx="1960072" cy="220097"/>
          </a:xfrm>
          <a:custGeom>
            <a:avLst/>
            <a:gdLst>
              <a:gd name="connsiteX0" fmla="*/ 0 w 1932631"/>
              <a:gd name="connsiteY0" fmla="*/ 137434 h 137434"/>
              <a:gd name="connsiteX1" fmla="*/ 1932632 w 1932631"/>
              <a:gd name="connsiteY1" fmla="*/ 137434 h 137434"/>
              <a:gd name="connsiteX2" fmla="*/ 1932632 w 1932631"/>
              <a:gd name="connsiteY2" fmla="*/ 0 h 137434"/>
              <a:gd name="connsiteX3" fmla="*/ 0 w 1932631"/>
              <a:gd name="connsiteY3" fmla="*/ 0 h 137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2631" h="137434">
                <a:moveTo>
                  <a:pt x="0" y="137434"/>
                </a:moveTo>
                <a:lnTo>
                  <a:pt x="1932632" y="137434"/>
                </a:lnTo>
                <a:lnTo>
                  <a:pt x="1932632" y="0"/>
                </a:lnTo>
                <a:lnTo>
                  <a:pt x="0" y="0"/>
                </a:lnTo>
                <a:close/>
              </a:path>
            </a:pathLst>
          </a:custGeom>
          <a:solidFill>
            <a:srgbClr val="26558E"/>
          </a:solidFill>
          <a:ln w="19585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任意多边形: 形状 107">
            <a:extLst>
              <a:ext uri="{FF2B5EF4-FFF2-40B4-BE49-F238E27FC236}">
                <a16:creationId xmlns:a16="http://schemas.microsoft.com/office/drawing/2014/main" id="{461AB051-B2CF-60B2-87F4-0F4C95B807F5}"/>
              </a:ext>
            </a:extLst>
          </p:cNvPr>
          <p:cNvSpPr/>
          <p:nvPr/>
        </p:nvSpPr>
        <p:spPr>
          <a:xfrm>
            <a:off x="8222134" y="3565967"/>
            <a:ext cx="19864" cy="305082"/>
          </a:xfrm>
          <a:custGeom>
            <a:avLst/>
            <a:gdLst>
              <a:gd name="connsiteX0" fmla="*/ 0 w 19586"/>
              <a:gd name="connsiteY0" fmla="*/ 302355 h 302354"/>
              <a:gd name="connsiteX1" fmla="*/ 0 w 19586"/>
              <a:gd name="connsiteY1" fmla="*/ 0 h 302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302354">
                <a:moveTo>
                  <a:pt x="0" y="302355"/>
                </a:moveTo>
                <a:lnTo>
                  <a:pt x="0" y="0"/>
                </a:lnTo>
              </a:path>
            </a:pathLst>
          </a:custGeom>
          <a:noFill/>
          <a:ln w="9793" cap="flat">
            <a:solidFill>
              <a:srgbClr val="B64342"/>
            </a:solidFill>
            <a:custDash>
              <a:ds d="60000" sp="45000"/>
            </a:custDash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8F724590-F4F5-3F81-3245-3E0B8158CDB0}"/>
              </a:ext>
            </a:extLst>
          </p:cNvPr>
          <p:cNvSpPr txBox="1"/>
          <p:nvPr/>
        </p:nvSpPr>
        <p:spPr>
          <a:xfrm>
            <a:off x="803444" y="350277"/>
            <a:ext cx="15584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b="1" spc="0" baseline="0">
                <a:ln/>
                <a:solidFill>
                  <a:srgbClr val="2024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Spatial architecture</a:t>
            </a: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A772EEF9-11CB-9CF0-5B5F-4FB021248EB8}"/>
              </a:ext>
            </a:extLst>
          </p:cNvPr>
          <p:cNvSpPr txBox="1"/>
          <p:nvPr/>
        </p:nvSpPr>
        <p:spPr>
          <a:xfrm>
            <a:off x="939584" y="2847849"/>
            <a:ext cx="152072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00" spc="0" baseline="0" dirty="0">
                <a:ln/>
                <a:solidFill>
                  <a:srgbClr val="2024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task 1: 7B, rate 0.06</a:t>
            </a: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9811D1FB-C996-9690-9F9F-6C77C6C0404A}"/>
              </a:ext>
            </a:extLst>
          </p:cNvPr>
          <p:cNvSpPr txBox="1"/>
          <p:nvPr/>
        </p:nvSpPr>
        <p:spPr>
          <a:xfrm>
            <a:off x="931858" y="3097465"/>
            <a:ext cx="15656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00" spc="0" baseline="0" dirty="0">
                <a:ln/>
                <a:solidFill>
                  <a:srgbClr val="2024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task 2: 1.8B, rate 0.15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D9744040-4758-FC86-D52F-734F0EBA8A60}"/>
              </a:ext>
            </a:extLst>
          </p:cNvPr>
          <p:cNvSpPr txBox="1"/>
          <p:nvPr/>
        </p:nvSpPr>
        <p:spPr>
          <a:xfrm>
            <a:off x="954772" y="3346645"/>
            <a:ext cx="14478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 dirty="0">
                <a:ln/>
                <a:solidFill>
                  <a:srgbClr val="2024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task 3: tiny, rate 0.30</a:t>
            </a:r>
          </a:p>
        </p:txBody>
      </p:sp>
      <p:sp>
        <p:nvSpPr>
          <p:cNvPr id="125" name="任意多边形: 形状 124">
            <a:extLst>
              <a:ext uri="{FF2B5EF4-FFF2-40B4-BE49-F238E27FC236}">
                <a16:creationId xmlns:a16="http://schemas.microsoft.com/office/drawing/2014/main" id="{72718961-4ABF-2AD3-EAAB-7F94A45B6E7E}"/>
              </a:ext>
            </a:extLst>
          </p:cNvPr>
          <p:cNvSpPr/>
          <p:nvPr/>
        </p:nvSpPr>
        <p:spPr>
          <a:xfrm>
            <a:off x="3333472" y="1147489"/>
            <a:ext cx="726789" cy="244067"/>
          </a:xfrm>
          <a:custGeom>
            <a:avLst/>
            <a:gdLst>
              <a:gd name="connsiteX0" fmla="*/ 0 w 716614"/>
              <a:gd name="connsiteY0" fmla="*/ 241884 h 241884"/>
              <a:gd name="connsiteX1" fmla="*/ 716615 w 716614"/>
              <a:gd name="connsiteY1" fmla="*/ 241884 h 241884"/>
              <a:gd name="connsiteX2" fmla="*/ 716615 w 716614"/>
              <a:gd name="connsiteY2" fmla="*/ 0 h 241884"/>
              <a:gd name="connsiteX3" fmla="*/ 0 w 716614"/>
              <a:gd name="connsiteY3" fmla="*/ 0 h 24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6614" h="241884">
                <a:moveTo>
                  <a:pt x="0" y="241884"/>
                </a:moveTo>
                <a:lnTo>
                  <a:pt x="716615" y="241884"/>
                </a:lnTo>
                <a:lnTo>
                  <a:pt x="716615" y="0"/>
                </a:lnTo>
                <a:lnTo>
                  <a:pt x="0" y="0"/>
                </a:lnTo>
                <a:close/>
              </a:path>
            </a:pathLst>
          </a:custGeom>
          <a:solidFill>
            <a:srgbClr val="E08A2E"/>
          </a:solidFill>
          <a:ln w="19585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任意多边形: 形状 125">
            <a:extLst>
              <a:ext uri="{FF2B5EF4-FFF2-40B4-BE49-F238E27FC236}">
                <a16:creationId xmlns:a16="http://schemas.microsoft.com/office/drawing/2014/main" id="{7989C309-4553-1729-54B7-8542BC9C4065}"/>
              </a:ext>
            </a:extLst>
          </p:cNvPr>
          <p:cNvSpPr/>
          <p:nvPr/>
        </p:nvSpPr>
        <p:spPr>
          <a:xfrm>
            <a:off x="4756932" y="1147489"/>
            <a:ext cx="497277" cy="244067"/>
          </a:xfrm>
          <a:custGeom>
            <a:avLst/>
            <a:gdLst>
              <a:gd name="connsiteX0" fmla="*/ 0 w 490315"/>
              <a:gd name="connsiteY0" fmla="*/ 241884 h 241884"/>
              <a:gd name="connsiteX1" fmla="*/ 490315 w 490315"/>
              <a:gd name="connsiteY1" fmla="*/ 241884 h 241884"/>
              <a:gd name="connsiteX2" fmla="*/ 490315 w 490315"/>
              <a:gd name="connsiteY2" fmla="*/ 0 h 241884"/>
              <a:gd name="connsiteX3" fmla="*/ 0 w 490315"/>
              <a:gd name="connsiteY3" fmla="*/ 0 h 24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0315" h="241884">
                <a:moveTo>
                  <a:pt x="0" y="241884"/>
                </a:moveTo>
                <a:lnTo>
                  <a:pt x="490315" y="241884"/>
                </a:lnTo>
                <a:lnTo>
                  <a:pt x="490315" y="0"/>
                </a:lnTo>
                <a:lnTo>
                  <a:pt x="0" y="0"/>
                </a:lnTo>
                <a:close/>
              </a:path>
            </a:pathLst>
          </a:custGeom>
          <a:solidFill>
            <a:srgbClr val="E08A2E"/>
          </a:solidFill>
          <a:ln w="19585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任意多边形: 形状 126">
            <a:extLst>
              <a:ext uri="{FF2B5EF4-FFF2-40B4-BE49-F238E27FC236}">
                <a16:creationId xmlns:a16="http://schemas.microsoft.com/office/drawing/2014/main" id="{4E431D33-F675-6CDF-87F5-5E0E0B55B98E}"/>
              </a:ext>
            </a:extLst>
          </p:cNvPr>
          <p:cNvSpPr/>
          <p:nvPr/>
        </p:nvSpPr>
        <p:spPr>
          <a:xfrm>
            <a:off x="3333472" y="2506496"/>
            <a:ext cx="535528" cy="244066"/>
          </a:xfrm>
          <a:custGeom>
            <a:avLst/>
            <a:gdLst>
              <a:gd name="connsiteX0" fmla="*/ 0 w 528031"/>
              <a:gd name="connsiteY0" fmla="*/ 241884 h 241883"/>
              <a:gd name="connsiteX1" fmla="*/ 528032 w 528031"/>
              <a:gd name="connsiteY1" fmla="*/ 241884 h 241883"/>
              <a:gd name="connsiteX2" fmla="*/ 528032 w 528031"/>
              <a:gd name="connsiteY2" fmla="*/ 0 h 241883"/>
              <a:gd name="connsiteX3" fmla="*/ 0 w 528031"/>
              <a:gd name="connsiteY3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8031" h="241883">
                <a:moveTo>
                  <a:pt x="0" y="241884"/>
                </a:moveTo>
                <a:lnTo>
                  <a:pt x="528032" y="241884"/>
                </a:lnTo>
                <a:lnTo>
                  <a:pt x="528032" y="0"/>
                </a:lnTo>
                <a:lnTo>
                  <a:pt x="0" y="0"/>
                </a:lnTo>
                <a:close/>
              </a:path>
            </a:pathLst>
          </a:custGeom>
          <a:solidFill>
            <a:srgbClr val="E08A2E"/>
          </a:solidFill>
          <a:ln w="19585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任意多边形: 形状 127">
            <a:extLst>
              <a:ext uri="{FF2B5EF4-FFF2-40B4-BE49-F238E27FC236}">
                <a16:creationId xmlns:a16="http://schemas.microsoft.com/office/drawing/2014/main" id="{596EDAEC-880E-784B-06EB-70FA3F1F1C02}"/>
              </a:ext>
            </a:extLst>
          </p:cNvPr>
          <p:cNvSpPr/>
          <p:nvPr/>
        </p:nvSpPr>
        <p:spPr>
          <a:xfrm>
            <a:off x="4756932" y="2506496"/>
            <a:ext cx="420773" cy="244066"/>
          </a:xfrm>
          <a:custGeom>
            <a:avLst/>
            <a:gdLst>
              <a:gd name="connsiteX0" fmla="*/ 0 w 414882"/>
              <a:gd name="connsiteY0" fmla="*/ 241884 h 241883"/>
              <a:gd name="connsiteX1" fmla="*/ 414882 w 414882"/>
              <a:gd name="connsiteY1" fmla="*/ 241884 h 241883"/>
              <a:gd name="connsiteX2" fmla="*/ 414882 w 414882"/>
              <a:gd name="connsiteY2" fmla="*/ 0 h 241883"/>
              <a:gd name="connsiteX3" fmla="*/ 0 w 414882"/>
              <a:gd name="connsiteY3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882" h="241883">
                <a:moveTo>
                  <a:pt x="0" y="241884"/>
                </a:moveTo>
                <a:lnTo>
                  <a:pt x="414882" y="241884"/>
                </a:lnTo>
                <a:lnTo>
                  <a:pt x="414882" y="0"/>
                </a:lnTo>
                <a:lnTo>
                  <a:pt x="0" y="0"/>
                </a:lnTo>
                <a:close/>
              </a:path>
            </a:pathLst>
          </a:custGeom>
          <a:solidFill>
            <a:srgbClr val="E08A2E"/>
          </a:solidFill>
          <a:ln w="19585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任意多边形: 形状 128">
            <a:extLst>
              <a:ext uri="{FF2B5EF4-FFF2-40B4-BE49-F238E27FC236}">
                <a16:creationId xmlns:a16="http://schemas.microsoft.com/office/drawing/2014/main" id="{4514F861-479F-3EE2-0EC4-4EB6E11A486A}"/>
              </a:ext>
            </a:extLst>
          </p:cNvPr>
          <p:cNvSpPr/>
          <p:nvPr/>
        </p:nvSpPr>
        <p:spPr>
          <a:xfrm>
            <a:off x="3333472" y="3865504"/>
            <a:ext cx="114756" cy="244066"/>
          </a:xfrm>
          <a:custGeom>
            <a:avLst/>
            <a:gdLst>
              <a:gd name="connsiteX0" fmla="*/ 0 w 113149"/>
              <a:gd name="connsiteY0" fmla="*/ 241884 h 241883"/>
              <a:gd name="connsiteX1" fmla="*/ 113150 w 113149"/>
              <a:gd name="connsiteY1" fmla="*/ 241884 h 241883"/>
              <a:gd name="connsiteX2" fmla="*/ 113150 w 113149"/>
              <a:gd name="connsiteY2" fmla="*/ 0 h 241883"/>
              <a:gd name="connsiteX3" fmla="*/ 0 w 113149"/>
              <a:gd name="connsiteY3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149" h="241883">
                <a:moveTo>
                  <a:pt x="0" y="241884"/>
                </a:moveTo>
                <a:lnTo>
                  <a:pt x="113150" y="241884"/>
                </a:lnTo>
                <a:lnTo>
                  <a:pt x="1131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08A2E"/>
          </a:solidFill>
          <a:ln w="19585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任意多边形: 形状 129">
            <a:extLst>
              <a:ext uri="{FF2B5EF4-FFF2-40B4-BE49-F238E27FC236}">
                <a16:creationId xmlns:a16="http://schemas.microsoft.com/office/drawing/2014/main" id="{6E862C76-FB8F-8EA0-7B4D-05B9914AEF6B}"/>
              </a:ext>
            </a:extLst>
          </p:cNvPr>
          <p:cNvSpPr/>
          <p:nvPr/>
        </p:nvSpPr>
        <p:spPr>
          <a:xfrm>
            <a:off x="4756932" y="3865504"/>
            <a:ext cx="306016" cy="244066"/>
          </a:xfrm>
          <a:custGeom>
            <a:avLst/>
            <a:gdLst>
              <a:gd name="connsiteX0" fmla="*/ 0 w 301732"/>
              <a:gd name="connsiteY0" fmla="*/ 241884 h 241883"/>
              <a:gd name="connsiteX1" fmla="*/ 301733 w 301732"/>
              <a:gd name="connsiteY1" fmla="*/ 241884 h 241883"/>
              <a:gd name="connsiteX2" fmla="*/ 301733 w 301732"/>
              <a:gd name="connsiteY2" fmla="*/ 0 h 241883"/>
              <a:gd name="connsiteX3" fmla="*/ 0 w 301732"/>
              <a:gd name="connsiteY3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732" h="241883">
                <a:moveTo>
                  <a:pt x="0" y="241884"/>
                </a:moveTo>
                <a:lnTo>
                  <a:pt x="301733" y="241884"/>
                </a:lnTo>
                <a:lnTo>
                  <a:pt x="301733" y="0"/>
                </a:lnTo>
                <a:lnTo>
                  <a:pt x="0" y="0"/>
                </a:lnTo>
                <a:close/>
              </a:path>
            </a:pathLst>
          </a:custGeom>
          <a:solidFill>
            <a:srgbClr val="E08A2E"/>
          </a:solidFill>
          <a:ln w="19585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58D758D7-35E9-F135-EF09-60AF4DE0836C}"/>
              </a:ext>
            </a:extLst>
          </p:cNvPr>
          <p:cNvSpPr/>
          <p:nvPr/>
        </p:nvSpPr>
        <p:spPr>
          <a:xfrm>
            <a:off x="5874375" y="3865504"/>
            <a:ext cx="191260" cy="244066"/>
          </a:xfrm>
          <a:custGeom>
            <a:avLst/>
            <a:gdLst>
              <a:gd name="connsiteX0" fmla="*/ 0 w 188582"/>
              <a:gd name="connsiteY0" fmla="*/ 241884 h 241883"/>
              <a:gd name="connsiteX1" fmla="*/ 188583 w 188582"/>
              <a:gd name="connsiteY1" fmla="*/ 241884 h 241883"/>
              <a:gd name="connsiteX2" fmla="*/ 188583 w 188582"/>
              <a:gd name="connsiteY2" fmla="*/ 0 h 241883"/>
              <a:gd name="connsiteX3" fmla="*/ 0 w 188582"/>
              <a:gd name="connsiteY3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8582" h="241883">
                <a:moveTo>
                  <a:pt x="0" y="241884"/>
                </a:moveTo>
                <a:lnTo>
                  <a:pt x="188583" y="241884"/>
                </a:lnTo>
                <a:lnTo>
                  <a:pt x="188583" y="0"/>
                </a:lnTo>
                <a:lnTo>
                  <a:pt x="0" y="0"/>
                </a:lnTo>
                <a:close/>
              </a:path>
            </a:pathLst>
          </a:custGeom>
          <a:solidFill>
            <a:srgbClr val="E08A2E"/>
          </a:solidFill>
          <a:ln w="19585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5200CAF1-7CAC-EA3B-A51E-F13AEDCFE517}"/>
              </a:ext>
            </a:extLst>
          </p:cNvPr>
          <p:cNvSpPr txBox="1"/>
          <p:nvPr/>
        </p:nvSpPr>
        <p:spPr>
          <a:xfrm>
            <a:off x="6784021" y="348424"/>
            <a:ext cx="16001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b="1" spc="0" baseline="0" dirty="0">
                <a:ln/>
                <a:solidFill>
                  <a:srgbClr val="2024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Decision and timing</a:t>
            </a: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00F41C92-8BF0-38F8-8FD4-40D28A442EE7}"/>
              </a:ext>
            </a:extLst>
          </p:cNvPr>
          <p:cNvSpPr txBox="1"/>
          <p:nvPr/>
        </p:nvSpPr>
        <p:spPr>
          <a:xfrm>
            <a:off x="6784021" y="595993"/>
            <a:ext cx="16898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50" b="1" spc="0" baseline="0">
                <a:ln/>
                <a:solidFill>
                  <a:srgbClr val="2024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Order within one slot</a:t>
            </a:r>
          </a:p>
        </p:txBody>
      </p:sp>
      <p:grpSp>
        <p:nvGrpSpPr>
          <p:cNvPr id="468" name="组合 467">
            <a:extLst>
              <a:ext uri="{FF2B5EF4-FFF2-40B4-BE49-F238E27FC236}">
                <a16:creationId xmlns:a16="http://schemas.microsoft.com/office/drawing/2014/main" id="{C7C67BF3-B64C-D023-4775-8EBCB96E96C5}"/>
              </a:ext>
            </a:extLst>
          </p:cNvPr>
          <p:cNvGrpSpPr/>
          <p:nvPr/>
        </p:nvGrpSpPr>
        <p:grpSpPr>
          <a:xfrm>
            <a:off x="6876759" y="836064"/>
            <a:ext cx="3666177" cy="303674"/>
            <a:chOff x="6876759" y="851304"/>
            <a:chExt cx="3666177" cy="303674"/>
          </a:xfrm>
        </p:grpSpPr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660B1C89-630A-7559-D64F-6387C1445D5D}"/>
                </a:ext>
              </a:extLst>
            </p:cNvPr>
            <p:cNvSpPr/>
            <p:nvPr/>
          </p:nvSpPr>
          <p:spPr>
            <a:xfrm>
              <a:off x="6876759" y="851304"/>
              <a:ext cx="3666177" cy="303674"/>
            </a:xfrm>
            <a:custGeom>
              <a:avLst/>
              <a:gdLst>
                <a:gd name="connsiteX0" fmla="*/ 50487 w 3614850"/>
                <a:gd name="connsiteY0" fmla="*/ 406805 h 406804"/>
                <a:gd name="connsiteX1" fmla="*/ 3564363 w 3614850"/>
                <a:gd name="connsiteY1" fmla="*/ 406805 h 406804"/>
                <a:gd name="connsiteX2" fmla="*/ 3614850 w 3614850"/>
                <a:gd name="connsiteY2" fmla="*/ 379318 h 406804"/>
                <a:gd name="connsiteX3" fmla="*/ 3614850 w 3614850"/>
                <a:gd name="connsiteY3" fmla="*/ 27487 h 406804"/>
                <a:gd name="connsiteX4" fmla="*/ 3564363 w 3614850"/>
                <a:gd name="connsiteY4" fmla="*/ 0 h 406804"/>
                <a:gd name="connsiteX5" fmla="*/ 50487 w 3614850"/>
                <a:gd name="connsiteY5" fmla="*/ 0 h 406804"/>
                <a:gd name="connsiteX6" fmla="*/ 0 w 3614850"/>
                <a:gd name="connsiteY6" fmla="*/ 27487 h 406804"/>
                <a:gd name="connsiteX7" fmla="*/ 0 w 3614850"/>
                <a:gd name="connsiteY7" fmla="*/ 379318 h 406804"/>
                <a:gd name="connsiteX8" fmla="*/ 50487 w 3614850"/>
                <a:gd name="connsiteY8" fmla="*/ 406805 h 406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14850" h="406804">
                  <a:moveTo>
                    <a:pt x="50487" y="406805"/>
                  </a:moveTo>
                  <a:lnTo>
                    <a:pt x="3564363" y="406805"/>
                  </a:lnTo>
                  <a:cubicBezTo>
                    <a:pt x="3598021" y="406805"/>
                    <a:pt x="3614850" y="397643"/>
                    <a:pt x="3614850" y="379318"/>
                  </a:cubicBezTo>
                  <a:lnTo>
                    <a:pt x="3614850" y="27487"/>
                  </a:lnTo>
                  <a:cubicBezTo>
                    <a:pt x="3614850" y="9162"/>
                    <a:pt x="3598021" y="0"/>
                    <a:pt x="3564363" y="0"/>
                  </a:cubicBezTo>
                  <a:lnTo>
                    <a:pt x="50487" y="0"/>
                  </a:lnTo>
                  <a:cubicBezTo>
                    <a:pt x="16829" y="0"/>
                    <a:pt x="0" y="9162"/>
                    <a:pt x="0" y="27487"/>
                  </a:cubicBezTo>
                  <a:lnTo>
                    <a:pt x="0" y="379318"/>
                  </a:lnTo>
                  <a:cubicBezTo>
                    <a:pt x="0" y="397643"/>
                    <a:pt x="16829" y="406805"/>
                    <a:pt x="50487" y="406805"/>
                  </a:cubicBezTo>
                  <a:close/>
                </a:path>
              </a:pathLst>
            </a:custGeom>
            <a:solidFill>
              <a:srgbClr val="FFFFFF"/>
            </a:solidFill>
            <a:ln w="11751" cap="flat">
              <a:solidFill>
                <a:srgbClr val="4A556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BB8E779D-385B-9407-B878-186EDD32B320}"/>
                </a:ext>
              </a:extLst>
            </p:cNvPr>
            <p:cNvSpPr txBox="1"/>
            <p:nvPr/>
          </p:nvSpPr>
          <p:spPr>
            <a:xfrm>
              <a:off x="6896670" y="875810"/>
              <a:ext cx="14863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b="1" spc="0" baseline="0" dirty="0">
                  <a:ln/>
                  <a:solidFill>
                    <a:srgbClr val="20242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  <a:rtl val="0"/>
                </a:rPr>
                <a:t>1 Retention action</a:t>
              </a:r>
            </a:p>
          </p:txBody>
        </p:sp>
      </p:grpSp>
      <p:grpSp>
        <p:nvGrpSpPr>
          <p:cNvPr id="469" name="组合 468">
            <a:extLst>
              <a:ext uri="{FF2B5EF4-FFF2-40B4-BE49-F238E27FC236}">
                <a16:creationId xmlns:a16="http://schemas.microsoft.com/office/drawing/2014/main" id="{676DF5B7-50A0-0831-3BBB-457FB23F125C}"/>
              </a:ext>
            </a:extLst>
          </p:cNvPr>
          <p:cNvGrpSpPr/>
          <p:nvPr/>
        </p:nvGrpSpPr>
        <p:grpSpPr>
          <a:xfrm>
            <a:off x="6876759" y="1274839"/>
            <a:ext cx="3666177" cy="331205"/>
            <a:chOff x="6876759" y="1380461"/>
            <a:chExt cx="3666177" cy="332817"/>
          </a:xfrm>
        </p:grpSpPr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54716B62-8C0E-8186-FCDC-3E2FB3EA0F4C}"/>
                </a:ext>
              </a:extLst>
            </p:cNvPr>
            <p:cNvSpPr/>
            <p:nvPr/>
          </p:nvSpPr>
          <p:spPr>
            <a:xfrm>
              <a:off x="6876759" y="1380461"/>
              <a:ext cx="3666177" cy="332817"/>
            </a:xfrm>
            <a:custGeom>
              <a:avLst/>
              <a:gdLst>
                <a:gd name="connsiteX0" fmla="*/ 50487 w 3614850"/>
                <a:gd name="connsiteY0" fmla="*/ 329842 h 329841"/>
                <a:gd name="connsiteX1" fmla="*/ 3564363 w 3614850"/>
                <a:gd name="connsiteY1" fmla="*/ 329842 h 329841"/>
                <a:gd name="connsiteX2" fmla="*/ 3614850 w 3614850"/>
                <a:gd name="connsiteY2" fmla="*/ 302355 h 329841"/>
                <a:gd name="connsiteX3" fmla="*/ 3614850 w 3614850"/>
                <a:gd name="connsiteY3" fmla="*/ 27487 h 329841"/>
                <a:gd name="connsiteX4" fmla="*/ 3564363 w 3614850"/>
                <a:gd name="connsiteY4" fmla="*/ 0 h 329841"/>
                <a:gd name="connsiteX5" fmla="*/ 50487 w 3614850"/>
                <a:gd name="connsiteY5" fmla="*/ 0 h 329841"/>
                <a:gd name="connsiteX6" fmla="*/ 0 w 3614850"/>
                <a:gd name="connsiteY6" fmla="*/ 27487 h 329841"/>
                <a:gd name="connsiteX7" fmla="*/ 0 w 3614850"/>
                <a:gd name="connsiteY7" fmla="*/ 302355 h 329841"/>
                <a:gd name="connsiteX8" fmla="*/ 50487 w 3614850"/>
                <a:gd name="connsiteY8" fmla="*/ 329842 h 329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14850" h="329841">
                  <a:moveTo>
                    <a:pt x="50487" y="329842"/>
                  </a:moveTo>
                  <a:lnTo>
                    <a:pt x="3564363" y="329842"/>
                  </a:lnTo>
                  <a:cubicBezTo>
                    <a:pt x="3598021" y="329842"/>
                    <a:pt x="3614850" y="320680"/>
                    <a:pt x="3614850" y="302355"/>
                  </a:cubicBezTo>
                  <a:lnTo>
                    <a:pt x="3614850" y="27487"/>
                  </a:lnTo>
                  <a:cubicBezTo>
                    <a:pt x="3614850" y="9162"/>
                    <a:pt x="3598021" y="0"/>
                    <a:pt x="3564363" y="0"/>
                  </a:cubicBezTo>
                  <a:lnTo>
                    <a:pt x="50487" y="0"/>
                  </a:lnTo>
                  <a:cubicBezTo>
                    <a:pt x="16829" y="0"/>
                    <a:pt x="0" y="9162"/>
                    <a:pt x="0" y="27487"/>
                  </a:cubicBezTo>
                  <a:lnTo>
                    <a:pt x="0" y="302355"/>
                  </a:lnTo>
                  <a:cubicBezTo>
                    <a:pt x="0" y="320680"/>
                    <a:pt x="16829" y="329842"/>
                    <a:pt x="50487" y="329842"/>
                  </a:cubicBezTo>
                  <a:close/>
                </a:path>
              </a:pathLst>
            </a:custGeom>
            <a:solidFill>
              <a:srgbClr val="FFFFFF"/>
            </a:solidFill>
            <a:ln w="11751" cap="flat">
              <a:solidFill>
                <a:srgbClr val="4A556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AF171058-581E-8C0B-40E8-62DD25787B0C}"/>
                </a:ext>
              </a:extLst>
            </p:cNvPr>
            <p:cNvSpPr txBox="1"/>
            <p:nvPr/>
          </p:nvSpPr>
          <p:spPr>
            <a:xfrm>
              <a:off x="6896670" y="1380584"/>
              <a:ext cx="1124026" cy="2628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b="1" spc="0" baseline="0">
                  <a:ln/>
                  <a:solidFill>
                    <a:srgbClr val="20242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  <a:rtl val="0"/>
                </a:rPr>
                <a:t>2 Task arrival</a:t>
              </a:r>
            </a:p>
          </p:txBody>
        </p:sp>
      </p:grpSp>
      <p:grpSp>
        <p:nvGrpSpPr>
          <p:cNvPr id="470" name="组合 469">
            <a:extLst>
              <a:ext uri="{FF2B5EF4-FFF2-40B4-BE49-F238E27FC236}">
                <a16:creationId xmlns:a16="http://schemas.microsoft.com/office/drawing/2014/main" id="{2EDD7CAB-AADC-5FED-39BE-DA57FD6343F1}"/>
              </a:ext>
            </a:extLst>
          </p:cNvPr>
          <p:cNvGrpSpPr/>
          <p:nvPr/>
        </p:nvGrpSpPr>
        <p:grpSpPr>
          <a:xfrm>
            <a:off x="6876759" y="1742369"/>
            <a:ext cx="3666177" cy="327710"/>
            <a:chOff x="6876759" y="1807139"/>
            <a:chExt cx="3666177" cy="333256"/>
          </a:xfrm>
        </p:grpSpPr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A712B08B-AD33-B80D-0F09-78F4BA9B54A1}"/>
                </a:ext>
              </a:extLst>
            </p:cNvPr>
            <p:cNvSpPr/>
            <p:nvPr/>
          </p:nvSpPr>
          <p:spPr>
            <a:xfrm>
              <a:off x="6876759" y="1807578"/>
              <a:ext cx="3666177" cy="332817"/>
            </a:xfrm>
            <a:custGeom>
              <a:avLst/>
              <a:gdLst>
                <a:gd name="connsiteX0" fmla="*/ 50487 w 3614850"/>
                <a:gd name="connsiteY0" fmla="*/ 329842 h 329841"/>
                <a:gd name="connsiteX1" fmla="*/ 3564363 w 3614850"/>
                <a:gd name="connsiteY1" fmla="*/ 329842 h 329841"/>
                <a:gd name="connsiteX2" fmla="*/ 3614850 w 3614850"/>
                <a:gd name="connsiteY2" fmla="*/ 302355 h 329841"/>
                <a:gd name="connsiteX3" fmla="*/ 3614850 w 3614850"/>
                <a:gd name="connsiteY3" fmla="*/ 27487 h 329841"/>
                <a:gd name="connsiteX4" fmla="*/ 3564363 w 3614850"/>
                <a:gd name="connsiteY4" fmla="*/ 0 h 329841"/>
                <a:gd name="connsiteX5" fmla="*/ 50487 w 3614850"/>
                <a:gd name="connsiteY5" fmla="*/ 0 h 329841"/>
                <a:gd name="connsiteX6" fmla="*/ 0 w 3614850"/>
                <a:gd name="connsiteY6" fmla="*/ 27487 h 329841"/>
                <a:gd name="connsiteX7" fmla="*/ 0 w 3614850"/>
                <a:gd name="connsiteY7" fmla="*/ 302355 h 329841"/>
                <a:gd name="connsiteX8" fmla="*/ 50487 w 3614850"/>
                <a:gd name="connsiteY8" fmla="*/ 329842 h 329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14850" h="329841">
                  <a:moveTo>
                    <a:pt x="50487" y="329842"/>
                  </a:moveTo>
                  <a:lnTo>
                    <a:pt x="3564363" y="329842"/>
                  </a:lnTo>
                  <a:cubicBezTo>
                    <a:pt x="3598021" y="329842"/>
                    <a:pt x="3614850" y="320679"/>
                    <a:pt x="3614850" y="302355"/>
                  </a:cubicBezTo>
                  <a:lnTo>
                    <a:pt x="3614850" y="27487"/>
                  </a:lnTo>
                  <a:cubicBezTo>
                    <a:pt x="3614850" y="9162"/>
                    <a:pt x="3598021" y="0"/>
                    <a:pt x="3564363" y="0"/>
                  </a:cubicBezTo>
                  <a:lnTo>
                    <a:pt x="50487" y="0"/>
                  </a:lnTo>
                  <a:cubicBezTo>
                    <a:pt x="16829" y="0"/>
                    <a:pt x="0" y="9162"/>
                    <a:pt x="0" y="27487"/>
                  </a:cubicBezTo>
                  <a:lnTo>
                    <a:pt x="0" y="302355"/>
                  </a:lnTo>
                  <a:cubicBezTo>
                    <a:pt x="0" y="320679"/>
                    <a:pt x="16829" y="329842"/>
                    <a:pt x="50487" y="329842"/>
                  </a:cubicBezTo>
                  <a:close/>
                </a:path>
              </a:pathLst>
            </a:custGeom>
            <a:solidFill>
              <a:srgbClr val="FFFFFF"/>
            </a:solidFill>
            <a:ln w="11751" cap="flat">
              <a:solidFill>
                <a:srgbClr val="4A556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620BAEBD-FC9C-7A4A-A7C3-816832D82038}"/>
                </a:ext>
              </a:extLst>
            </p:cNvPr>
            <p:cNvSpPr txBox="1"/>
            <p:nvPr/>
          </p:nvSpPr>
          <p:spPr>
            <a:xfrm>
              <a:off x="6896670" y="1807139"/>
              <a:ext cx="878767" cy="2660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b="1" spc="0" baseline="0">
                  <a:ln/>
                  <a:solidFill>
                    <a:srgbClr val="20242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  <a:rtl val="0"/>
                </a:rPr>
                <a:t>3 Routing</a:t>
              </a:r>
            </a:p>
          </p:txBody>
        </p:sp>
      </p:grpSp>
      <p:grpSp>
        <p:nvGrpSpPr>
          <p:cNvPr id="471" name="组合 470">
            <a:extLst>
              <a:ext uri="{FF2B5EF4-FFF2-40B4-BE49-F238E27FC236}">
                <a16:creationId xmlns:a16="http://schemas.microsoft.com/office/drawing/2014/main" id="{03FDCA5E-A81B-358C-DF09-8842623F3176}"/>
              </a:ext>
            </a:extLst>
          </p:cNvPr>
          <p:cNvGrpSpPr/>
          <p:nvPr/>
        </p:nvGrpSpPr>
        <p:grpSpPr>
          <a:xfrm>
            <a:off x="6876759" y="2185164"/>
            <a:ext cx="3666177" cy="332817"/>
            <a:chOff x="6876759" y="2234694"/>
            <a:chExt cx="3666177" cy="332817"/>
          </a:xfrm>
        </p:grpSpPr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297B1D57-F7ED-8165-013D-53A96B11CEC2}"/>
                </a:ext>
              </a:extLst>
            </p:cNvPr>
            <p:cNvSpPr/>
            <p:nvPr/>
          </p:nvSpPr>
          <p:spPr>
            <a:xfrm>
              <a:off x="6876759" y="2234694"/>
              <a:ext cx="3666177" cy="332817"/>
            </a:xfrm>
            <a:custGeom>
              <a:avLst/>
              <a:gdLst>
                <a:gd name="connsiteX0" fmla="*/ 50487 w 3614850"/>
                <a:gd name="connsiteY0" fmla="*/ 329842 h 329841"/>
                <a:gd name="connsiteX1" fmla="*/ 3564363 w 3614850"/>
                <a:gd name="connsiteY1" fmla="*/ 329842 h 329841"/>
                <a:gd name="connsiteX2" fmla="*/ 3614850 w 3614850"/>
                <a:gd name="connsiteY2" fmla="*/ 302355 h 329841"/>
                <a:gd name="connsiteX3" fmla="*/ 3614850 w 3614850"/>
                <a:gd name="connsiteY3" fmla="*/ 27487 h 329841"/>
                <a:gd name="connsiteX4" fmla="*/ 3564363 w 3614850"/>
                <a:gd name="connsiteY4" fmla="*/ 0 h 329841"/>
                <a:gd name="connsiteX5" fmla="*/ 50487 w 3614850"/>
                <a:gd name="connsiteY5" fmla="*/ 0 h 329841"/>
                <a:gd name="connsiteX6" fmla="*/ 0 w 3614850"/>
                <a:gd name="connsiteY6" fmla="*/ 27487 h 329841"/>
                <a:gd name="connsiteX7" fmla="*/ 0 w 3614850"/>
                <a:gd name="connsiteY7" fmla="*/ 302355 h 329841"/>
                <a:gd name="connsiteX8" fmla="*/ 50487 w 3614850"/>
                <a:gd name="connsiteY8" fmla="*/ 329842 h 329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14850" h="329841">
                  <a:moveTo>
                    <a:pt x="50487" y="329842"/>
                  </a:moveTo>
                  <a:lnTo>
                    <a:pt x="3564363" y="329842"/>
                  </a:lnTo>
                  <a:cubicBezTo>
                    <a:pt x="3598021" y="329842"/>
                    <a:pt x="3614850" y="320680"/>
                    <a:pt x="3614850" y="302355"/>
                  </a:cubicBezTo>
                  <a:lnTo>
                    <a:pt x="3614850" y="27487"/>
                  </a:lnTo>
                  <a:cubicBezTo>
                    <a:pt x="3614850" y="9162"/>
                    <a:pt x="3598021" y="0"/>
                    <a:pt x="3564363" y="0"/>
                  </a:cubicBezTo>
                  <a:lnTo>
                    <a:pt x="50487" y="0"/>
                  </a:lnTo>
                  <a:cubicBezTo>
                    <a:pt x="16829" y="0"/>
                    <a:pt x="0" y="9162"/>
                    <a:pt x="0" y="27487"/>
                  </a:cubicBezTo>
                  <a:lnTo>
                    <a:pt x="0" y="302355"/>
                  </a:lnTo>
                  <a:cubicBezTo>
                    <a:pt x="0" y="320680"/>
                    <a:pt x="16829" y="329842"/>
                    <a:pt x="50487" y="329842"/>
                  </a:cubicBezTo>
                  <a:close/>
                </a:path>
              </a:pathLst>
            </a:custGeom>
            <a:solidFill>
              <a:srgbClr val="FFFFFF"/>
            </a:solidFill>
            <a:ln w="11751" cap="flat">
              <a:solidFill>
                <a:srgbClr val="4A556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76555EDE-9738-C3E7-5D10-442AC65C5EE4}"/>
                </a:ext>
              </a:extLst>
            </p:cNvPr>
            <p:cNvSpPr txBox="1"/>
            <p:nvPr/>
          </p:nvSpPr>
          <p:spPr>
            <a:xfrm>
              <a:off x="6896670" y="2234818"/>
              <a:ext cx="81624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b="1" spc="0" baseline="0">
                  <a:ln/>
                  <a:solidFill>
                    <a:srgbClr val="20242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  <a:rtl val="0"/>
                </a:rPr>
                <a:t>4 Service</a:t>
              </a:r>
            </a:p>
          </p:txBody>
        </p:sp>
      </p:grpSp>
      <p:sp>
        <p:nvSpPr>
          <p:cNvPr id="144" name="文本框 143">
            <a:extLst>
              <a:ext uri="{FF2B5EF4-FFF2-40B4-BE49-F238E27FC236}">
                <a16:creationId xmlns:a16="http://schemas.microsoft.com/office/drawing/2014/main" id="{EAE065BA-0157-D19C-0344-8EB4CF7A9235}"/>
              </a:ext>
            </a:extLst>
          </p:cNvPr>
          <p:cNvSpPr txBox="1"/>
          <p:nvPr/>
        </p:nvSpPr>
        <p:spPr>
          <a:xfrm>
            <a:off x="6784021" y="2662210"/>
            <a:ext cx="16626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50" b="1" spc="0" baseline="0" dirty="0">
                <a:ln/>
                <a:solidFill>
                  <a:srgbClr val="2024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Queueing across slots</a:t>
            </a:r>
          </a:p>
        </p:txBody>
      </p:sp>
      <p:grpSp>
        <p:nvGrpSpPr>
          <p:cNvPr id="145" name="图形 4">
            <a:extLst>
              <a:ext uri="{FF2B5EF4-FFF2-40B4-BE49-F238E27FC236}">
                <a16:creationId xmlns:a16="http://schemas.microsoft.com/office/drawing/2014/main" id="{696E6A68-FC9A-660D-2DE8-41FBE0D345AD}"/>
              </a:ext>
            </a:extLst>
          </p:cNvPr>
          <p:cNvGrpSpPr/>
          <p:nvPr/>
        </p:nvGrpSpPr>
        <p:grpSpPr>
          <a:xfrm>
            <a:off x="7094900" y="4165847"/>
            <a:ext cx="818207" cy="31667"/>
            <a:chOff x="6652836" y="3972978"/>
            <a:chExt cx="806752" cy="31384"/>
          </a:xfrm>
          <a:noFill/>
        </p:grpSpPr>
        <p:sp>
          <p:nvSpPr>
            <p:cNvPr id="146" name="任意多边形: 形状 145">
              <a:extLst>
                <a:ext uri="{FF2B5EF4-FFF2-40B4-BE49-F238E27FC236}">
                  <a16:creationId xmlns:a16="http://schemas.microsoft.com/office/drawing/2014/main" id="{2B36B156-9DAF-37B8-C2AD-6B645C47F3B1}"/>
                </a:ext>
              </a:extLst>
            </p:cNvPr>
            <p:cNvSpPr/>
            <p:nvPr/>
          </p:nvSpPr>
          <p:spPr>
            <a:xfrm>
              <a:off x="6652836" y="3988671"/>
              <a:ext cx="806752" cy="19615"/>
            </a:xfrm>
            <a:custGeom>
              <a:avLst/>
              <a:gdLst>
                <a:gd name="connsiteX0" fmla="*/ 806753 w 806752"/>
                <a:gd name="connsiteY0" fmla="*/ 0 h 19615"/>
                <a:gd name="connsiteX1" fmla="*/ 0 w 806752"/>
                <a:gd name="connsiteY1" fmla="*/ 0 h 1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06752" h="19615">
                  <a:moveTo>
                    <a:pt x="806753" y="0"/>
                  </a:moveTo>
                  <a:cubicBezTo>
                    <a:pt x="537835" y="0"/>
                    <a:pt x="268918" y="0"/>
                    <a:pt x="0" y="0"/>
                  </a:cubicBezTo>
                </a:path>
              </a:pathLst>
            </a:custGeom>
            <a:noFill/>
            <a:ln w="11751" cap="rnd">
              <a:solidFill>
                <a:srgbClr val="6B728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任意多边形: 形状 146">
              <a:extLst>
                <a:ext uri="{FF2B5EF4-FFF2-40B4-BE49-F238E27FC236}">
                  <a16:creationId xmlns:a16="http://schemas.microsoft.com/office/drawing/2014/main" id="{D1BF9878-0960-31AA-D9DD-8F655414F32D}"/>
                </a:ext>
              </a:extLst>
            </p:cNvPr>
            <p:cNvSpPr/>
            <p:nvPr/>
          </p:nvSpPr>
          <p:spPr>
            <a:xfrm>
              <a:off x="7428250" y="3972978"/>
              <a:ext cx="31338" cy="31384"/>
            </a:xfrm>
            <a:custGeom>
              <a:avLst/>
              <a:gdLst>
                <a:gd name="connsiteX0" fmla="*/ 0 w 31338"/>
                <a:gd name="connsiteY0" fmla="*/ 0 h 31384"/>
                <a:gd name="connsiteX1" fmla="*/ 31338 w 31338"/>
                <a:gd name="connsiteY1" fmla="*/ 15692 h 31384"/>
                <a:gd name="connsiteX2" fmla="*/ 0 w 31338"/>
                <a:gd name="connsiteY2" fmla="*/ 31384 h 3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338" h="31384">
                  <a:moveTo>
                    <a:pt x="0" y="0"/>
                  </a:moveTo>
                  <a:lnTo>
                    <a:pt x="31338" y="15692"/>
                  </a:lnTo>
                  <a:lnTo>
                    <a:pt x="0" y="31384"/>
                  </a:lnTo>
                </a:path>
              </a:pathLst>
            </a:custGeom>
            <a:noFill/>
            <a:ln w="11751" cap="rnd">
              <a:solidFill>
                <a:srgbClr val="6B728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任意多边形: 形状 147">
              <a:extLst>
                <a:ext uri="{FF2B5EF4-FFF2-40B4-BE49-F238E27FC236}">
                  <a16:creationId xmlns:a16="http://schemas.microsoft.com/office/drawing/2014/main" id="{9898B7E4-5785-CD1F-369F-DCBA139EFFEB}"/>
                </a:ext>
              </a:extLst>
            </p:cNvPr>
            <p:cNvSpPr/>
            <p:nvPr/>
          </p:nvSpPr>
          <p:spPr>
            <a:xfrm>
              <a:off x="6652836" y="3972978"/>
              <a:ext cx="31338" cy="31384"/>
            </a:xfrm>
            <a:custGeom>
              <a:avLst/>
              <a:gdLst>
                <a:gd name="connsiteX0" fmla="*/ 31339 w 31338"/>
                <a:gd name="connsiteY0" fmla="*/ 31384 h 31384"/>
                <a:gd name="connsiteX1" fmla="*/ 0 w 31338"/>
                <a:gd name="connsiteY1" fmla="*/ 15692 h 31384"/>
                <a:gd name="connsiteX2" fmla="*/ 31339 w 31338"/>
                <a:gd name="connsiteY2" fmla="*/ 0 h 3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338" h="31384">
                  <a:moveTo>
                    <a:pt x="31339" y="31384"/>
                  </a:moveTo>
                  <a:lnTo>
                    <a:pt x="0" y="15692"/>
                  </a:lnTo>
                  <a:lnTo>
                    <a:pt x="31339" y="0"/>
                  </a:lnTo>
                </a:path>
              </a:pathLst>
            </a:custGeom>
            <a:noFill/>
            <a:ln w="11751" cap="rnd">
              <a:solidFill>
                <a:srgbClr val="6B728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9" name="文本框 148">
            <a:extLst>
              <a:ext uri="{FF2B5EF4-FFF2-40B4-BE49-F238E27FC236}">
                <a16:creationId xmlns:a16="http://schemas.microsoft.com/office/drawing/2014/main" id="{405D7C57-70C9-8FFB-E47E-42194FA80ADC}"/>
              </a:ext>
            </a:extLst>
          </p:cNvPr>
          <p:cNvSpPr txBox="1"/>
          <p:nvPr/>
        </p:nvSpPr>
        <p:spPr>
          <a:xfrm>
            <a:off x="7004036" y="4162461"/>
            <a:ext cx="13211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slot length 100 ms</a:t>
            </a: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19CE7738-4673-A010-42CF-FC963B3DD54C}"/>
              </a:ext>
            </a:extLst>
          </p:cNvPr>
          <p:cNvSpPr txBox="1"/>
          <p:nvPr/>
        </p:nvSpPr>
        <p:spPr>
          <a:xfrm>
            <a:off x="7423613" y="3108530"/>
            <a:ext cx="18501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 dirty="0">
                <a:ln/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task A: reload + inference</a:t>
            </a:r>
          </a:p>
        </p:txBody>
      </p:sp>
      <p:sp>
        <p:nvSpPr>
          <p:cNvPr id="151" name="任意多边形: 形状 150">
            <a:extLst>
              <a:ext uri="{FF2B5EF4-FFF2-40B4-BE49-F238E27FC236}">
                <a16:creationId xmlns:a16="http://schemas.microsoft.com/office/drawing/2014/main" id="{56BD430B-B656-5BA5-FD45-4A8A744ACFC0}"/>
              </a:ext>
            </a:extLst>
          </p:cNvPr>
          <p:cNvSpPr/>
          <p:nvPr/>
        </p:nvSpPr>
        <p:spPr>
          <a:xfrm>
            <a:off x="9278208" y="3094474"/>
            <a:ext cx="19864" cy="798763"/>
          </a:xfrm>
          <a:custGeom>
            <a:avLst/>
            <a:gdLst>
              <a:gd name="connsiteX0" fmla="*/ 0 w 19586"/>
              <a:gd name="connsiteY0" fmla="*/ 791621 h 791620"/>
              <a:gd name="connsiteX1" fmla="*/ 0 w 19586"/>
              <a:gd name="connsiteY1" fmla="*/ 0 h 791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791620">
                <a:moveTo>
                  <a:pt x="0" y="791621"/>
                </a:moveTo>
                <a:lnTo>
                  <a:pt x="0" y="0"/>
                </a:lnTo>
              </a:path>
            </a:pathLst>
          </a:custGeom>
          <a:noFill/>
          <a:ln w="15668" cap="flat">
            <a:solidFill>
              <a:srgbClr val="B64342"/>
            </a:solidFill>
            <a:custDash>
              <a:ds d="144000" sp="90000"/>
            </a:custDash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CC18E569-9530-3904-E0CE-0F2A0DECBA55}"/>
              </a:ext>
            </a:extLst>
          </p:cNvPr>
          <p:cNvSpPr txBox="1"/>
          <p:nvPr/>
        </p:nvSpPr>
        <p:spPr>
          <a:xfrm>
            <a:off x="8957024" y="2907820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B643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busy-until</a:t>
            </a:r>
          </a:p>
        </p:txBody>
      </p:sp>
      <p:grpSp>
        <p:nvGrpSpPr>
          <p:cNvPr id="153" name="图形 4">
            <a:extLst>
              <a:ext uri="{FF2B5EF4-FFF2-40B4-BE49-F238E27FC236}">
                <a16:creationId xmlns:a16="http://schemas.microsoft.com/office/drawing/2014/main" id="{70383D15-547B-6779-C8FE-F0884FC2470D}"/>
              </a:ext>
            </a:extLst>
          </p:cNvPr>
          <p:cNvGrpSpPr/>
          <p:nvPr/>
        </p:nvGrpSpPr>
        <p:grpSpPr>
          <a:xfrm>
            <a:off x="8235460" y="3633338"/>
            <a:ext cx="1029422" cy="35626"/>
            <a:chOff x="7777428" y="3445232"/>
            <a:chExt cx="1015010" cy="35307"/>
          </a:xfrm>
          <a:noFill/>
        </p:grpSpPr>
        <p:sp>
          <p:nvSpPr>
            <p:cNvPr id="154" name="任意多边形: 形状 153">
              <a:extLst>
                <a:ext uri="{FF2B5EF4-FFF2-40B4-BE49-F238E27FC236}">
                  <a16:creationId xmlns:a16="http://schemas.microsoft.com/office/drawing/2014/main" id="{9C5A55A4-3A56-0E5F-CA23-1497591750D9}"/>
                </a:ext>
              </a:extLst>
            </p:cNvPr>
            <p:cNvSpPr/>
            <p:nvPr/>
          </p:nvSpPr>
          <p:spPr>
            <a:xfrm>
              <a:off x="7777428" y="3460924"/>
              <a:ext cx="1015010" cy="19615"/>
            </a:xfrm>
            <a:custGeom>
              <a:avLst/>
              <a:gdLst>
                <a:gd name="connsiteX0" fmla="*/ 1015010 w 1015010"/>
                <a:gd name="connsiteY0" fmla="*/ 0 h 19615"/>
                <a:gd name="connsiteX1" fmla="*/ 0 w 1015010"/>
                <a:gd name="connsiteY1" fmla="*/ 0 h 1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010" h="19615">
                  <a:moveTo>
                    <a:pt x="1015010" y="0"/>
                  </a:moveTo>
                  <a:cubicBezTo>
                    <a:pt x="676674" y="0"/>
                    <a:pt x="338337" y="0"/>
                    <a:pt x="0" y="0"/>
                  </a:cubicBezTo>
                </a:path>
              </a:pathLst>
            </a:custGeom>
            <a:noFill/>
            <a:ln w="11751" cap="rnd">
              <a:solidFill>
                <a:srgbClr val="B6434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任意多边形: 形状 154">
              <a:extLst>
                <a:ext uri="{FF2B5EF4-FFF2-40B4-BE49-F238E27FC236}">
                  <a16:creationId xmlns:a16="http://schemas.microsoft.com/office/drawing/2014/main" id="{844AB4C2-4510-31A3-7E97-54DBB605CF1C}"/>
                </a:ext>
              </a:extLst>
            </p:cNvPr>
            <p:cNvSpPr/>
            <p:nvPr/>
          </p:nvSpPr>
          <p:spPr>
            <a:xfrm>
              <a:off x="8761099" y="3445232"/>
              <a:ext cx="31338" cy="31384"/>
            </a:xfrm>
            <a:custGeom>
              <a:avLst/>
              <a:gdLst>
                <a:gd name="connsiteX0" fmla="*/ 0 w 31338"/>
                <a:gd name="connsiteY0" fmla="*/ 0 h 31384"/>
                <a:gd name="connsiteX1" fmla="*/ 31339 w 31338"/>
                <a:gd name="connsiteY1" fmla="*/ 15692 h 31384"/>
                <a:gd name="connsiteX2" fmla="*/ 0 w 31338"/>
                <a:gd name="connsiteY2" fmla="*/ 31384 h 3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338" h="31384">
                  <a:moveTo>
                    <a:pt x="0" y="0"/>
                  </a:moveTo>
                  <a:lnTo>
                    <a:pt x="31339" y="15692"/>
                  </a:lnTo>
                  <a:lnTo>
                    <a:pt x="0" y="31384"/>
                  </a:lnTo>
                </a:path>
              </a:pathLst>
            </a:custGeom>
            <a:noFill/>
            <a:ln w="11751" cap="rnd">
              <a:solidFill>
                <a:srgbClr val="B6434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任意多边形: 形状 155">
              <a:extLst>
                <a:ext uri="{FF2B5EF4-FFF2-40B4-BE49-F238E27FC236}">
                  <a16:creationId xmlns:a16="http://schemas.microsoft.com/office/drawing/2014/main" id="{8695BD61-5E51-FCA0-D963-EE774C1E85C8}"/>
                </a:ext>
              </a:extLst>
            </p:cNvPr>
            <p:cNvSpPr/>
            <p:nvPr/>
          </p:nvSpPr>
          <p:spPr>
            <a:xfrm>
              <a:off x="7777428" y="3445232"/>
              <a:ext cx="31338" cy="31384"/>
            </a:xfrm>
            <a:custGeom>
              <a:avLst/>
              <a:gdLst>
                <a:gd name="connsiteX0" fmla="*/ 31339 w 31338"/>
                <a:gd name="connsiteY0" fmla="*/ 31384 h 31384"/>
                <a:gd name="connsiteX1" fmla="*/ 0 w 31338"/>
                <a:gd name="connsiteY1" fmla="*/ 15692 h 31384"/>
                <a:gd name="connsiteX2" fmla="*/ 31339 w 31338"/>
                <a:gd name="connsiteY2" fmla="*/ 0 h 3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338" h="31384">
                  <a:moveTo>
                    <a:pt x="31339" y="31384"/>
                  </a:moveTo>
                  <a:lnTo>
                    <a:pt x="0" y="15692"/>
                  </a:lnTo>
                  <a:lnTo>
                    <a:pt x="31339" y="0"/>
                  </a:lnTo>
                </a:path>
              </a:pathLst>
            </a:custGeom>
            <a:noFill/>
            <a:ln w="11751" cap="rnd">
              <a:solidFill>
                <a:srgbClr val="B6434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7" name="文本框 156">
            <a:extLst>
              <a:ext uri="{FF2B5EF4-FFF2-40B4-BE49-F238E27FC236}">
                <a16:creationId xmlns:a16="http://schemas.microsoft.com/office/drawing/2014/main" id="{5208ADDF-DA08-87A7-7124-E91BE517E9F3}"/>
              </a:ext>
            </a:extLst>
          </p:cNvPr>
          <p:cNvSpPr txBox="1"/>
          <p:nvPr/>
        </p:nvSpPr>
        <p:spPr>
          <a:xfrm>
            <a:off x="8498514" y="3629506"/>
            <a:ext cx="6367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B643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B waits</a:t>
            </a: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DAB5FB0F-041C-EA95-BBC8-29AE7BA54813}"/>
              </a:ext>
            </a:extLst>
          </p:cNvPr>
          <p:cNvSpPr txBox="1"/>
          <p:nvPr/>
        </p:nvSpPr>
        <p:spPr>
          <a:xfrm>
            <a:off x="6784021" y="4348490"/>
            <a:ext cx="20088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50" b="1" spc="0" baseline="0" dirty="0">
                <a:ln/>
                <a:solidFill>
                  <a:srgbClr val="2024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Learning structure (CTDE)</a:t>
            </a:r>
          </a:p>
        </p:txBody>
      </p:sp>
      <p:grpSp>
        <p:nvGrpSpPr>
          <p:cNvPr id="472" name="组合 471">
            <a:extLst>
              <a:ext uri="{FF2B5EF4-FFF2-40B4-BE49-F238E27FC236}">
                <a16:creationId xmlns:a16="http://schemas.microsoft.com/office/drawing/2014/main" id="{96D5E13F-680D-3B18-E789-8CFAD9D5A4BF}"/>
              </a:ext>
            </a:extLst>
          </p:cNvPr>
          <p:cNvGrpSpPr/>
          <p:nvPr/>
        </p:nvGrpSpPr>
        <p:grpSpPr>
          <a:xfrm>
            <a:off x="6876759" y="4566029"/>
            <a:ext cx="1140133" cy="355045"/>
            <a:chOff x="6876759" y="4638419"/>
            <a:chExt cx="1140133" cy="355045"/>
          </a:xfrm>
        </p:grpSpPr>
        <p:sp>
          <p:nvSpPr>
            <p:cNvPr id="109" name="任意多边形: 形状 108">
              <a:extLst>
                <a:ext uri="{FF2B5EF4-FFF2-40B4-BE49-F238E27FC236}">
                  <a16:creationId xmlns:a16="http://schemas.microsoft.com/office/drawing/2014/main" id="{6E4810B4-5B8C-89C0-3C4C-4534523D43CB}"/>
                </a:ext>
              </a:extLst>
            </p:cNvPr>
            <p:cNvSpPr/>
            <p:nvPr/>
          </p:nvSpPr>
          <p:spPr>
            <a:xfrm>
              <a:off x="6876759" y="4680909"/>
              <a:ext cx="1140133" cy="255160"/>
            </a:xfrm>
            <a:custGeom>
              <a:avLst/>
              <a:gdLst>
                <a:gd name="connsiteX0" fmla="*/ 50487 w 1124171"/>
                <a:gd name="connsiteY0" fmla="*/ 252879 h 252878"/>
                <a:gd name="connsiteX1" fmla="*/ 1073685 w 1124171"/>
                <a:gd name="connsiteY1" fmla="*/ 252879 h 252878"/>
                <a:gd name="connsiteX2" fmla="*/ 1124171 w 1124171"/>
                <a:gd name="connsiteY2" fmla="*/ 225392 h 252878"/>
                <a:gd name="connsiteX3" fmla="*/ 1124171 w 1124171"/>
                <a:gd name="connsiteY3" fmla="*/ 27487 h 252878"/>
                <a:gd name="connsiteX4" fmla="*/ 1073685 w 1124171"/>
                <a:gd name="connsiteY4" fmla="*/ 0 h 252878"/>
                <a:gd name="connsiteX5" fmla="*/ 50487 w 1124171"/>
                <a:gd name="connsiteY5" fmla="*/ 0 h 252878"/>
                <a:gd name="connsiteX6" fmla="*/ 0 w 1124171"/>
                <a:gd name="connsiteY6" fmla="*/ 27487 h 252878"/>
                <a:gd name="connsiteX7" fmla="*/ 0 w 1124171"/>
                <a:gd name="connsiteY7" fmla="*/ 225392 h 252878"/>
                <a:gd name="connsiteX8" fmla="*/ 50487 w 1124171"/>
                <a:gd name="connsiteY8" fmla="*/ 252879 h 252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4171" h="252878">
                  <a:moveTo>
                    <a:pt x="50487" y="252879"/>
                  </a:moveTo>
                  <a:lnTo>
                    <a:pt x="1073685" y="252879"/>
                  </a:lnTo>
                  <a:cubicBezTo>
                    <a:pt x="1107342" y="252879"/>
                    <a:pt x="1124171" y="243716"/>
                    <a:pt x="1124171" y="225392"/>
                  </a:cubicBezTo>
                  <a:lnTo>
                    <a:pt x="1124171" y="27487"/>
                  </a:lnTo>
                  <a:cubicBezTo>
                    <a:pt x="1124171" y="9162"/>
                    <a:pt x="1107342" y="0"/>
                    <a:pt x="1073685" y="0"/>
                  </a:cubicBezTo>
                  <a:lnTo>
                    <a:pt x="50487" y="0"/>
                  </a:lnTo>
                  <a:cubicBezTo>
                    <a:pt x="16829" y="0"/>
                    <a:pt x="0" y="9162"/>
                    <a:pt x="0" y="27487"/>
                  </a:cubicBezTo>
                  <a:lnTo>
                    <a:pt x="0" y="225392"/>
                  </a:lnTo>
                  <a:cubicBezTo>
                    <a:pt x="0" y="243716"/>
                    <a:pt x="16829" y="252879"/>
                    <a:pt x="50487" y="252879"/>
                  </a:cubicBezTo>
                  <a:close/>
                </a:path>
              </a:pathLst>
            </a:custGeom>
            <a:solidFill>
              <a:srgbClr val="FFFFFF"/>
            </a:solidFill>
            <a:ln w="11751" cap="flat">
              <a:solidFill>
                <a:srgbClr val="4A556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59" name="图形 4">
              <a:extLst>
                <a:ext uri="{FF2B5EF4-FFF2-40B4-BE49-F238E27FC236}">
                  <a16:creationId xmlns:a16="http://schemas.microsoft.com/office/drawing/2014/main" id="{E19E913C-8F8D-BE56-794F-9293AD4CDF80}"/>
                </a:ext>
              </a:extLst>
            </p:cNvPr>
            <p:cNvGrpSpPr/>
            <p:nvPr/>
          </p:nvGrpSpPr>
          <p:grpSpPr>
            <a:xfrm>
              <a:off x="7174708" y="4638419"/>
              <a:ext cx="692818" cy="355045"/>
              <a:chOff x="6731526" y="4441319"/>
              <a:chExt cx="683118" cy="351869"/>
            </a:xfrm>
            <a:solidFill>
              <a:srgbClr val="20242B"/>
            </a:solidFill>
          </p:grpSpPr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0FF13FD0-646D-A397-D8C8-8EE718696BE1}"/>
                  </a:ext>
                </a:extLst>
              </p:cNvPr>
              <p:cNvSpPr txBox="1"/>
              <p:nvPr/>
            </p:nvSpPr>
            <p:spPr>
              <a:xfrm>
                <a:off x="6753277" y="4441319"/>
                <a:ext cx="642024" cy="251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>
                    <a:ln/>
                    <a:solidFill>
                      <a:srgbClr val="20242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  <a:sym typeface="Arial"/>
                    <a:rtl val="0"/>
                  </a:rPr>
                  <a:t>Actor 1</a:t>
                </a:r>
              </a:p>
            </p:txBody>
          </p:sp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F64B8751-4614-67E7-E002-072B10CA108E}"/>
                  </a:ext>
                </a:extLst>
              </p:cNvPr>
              <p:cNvSpPr txBox="1"/>
              <p:nvPr/>
            </p:nvSpPr>
            <p:spPr>
              <a:xfrm>
                <a:off x="6731526" y="4541543"/>
                <a:ext cx="683118" cy="251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 dirty="0">
                    <a:ln/>
                    <a:solidFill>
                      <a:srgbClr val="20242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  <a:sym typeface="Arial"/>
                    <a:rtl val="0"/>
                  </a:rPr>
                  <a:t>server 1</a:t>
                </a:r>
              </a:p>
            </p:txBody>
          </p:sp>
        </p:grpSp>
      </p:grpSp>
      <p:grpSp>
        <p:nvGrpSpPr>
          <p:cNvPr id="473" name="组合 472">
            <a:extLst>
              <a:ext uri="{FF2B5EF4-FFF2-40B4-BE49-F238E27FC236}">
                <a16:creationId xmlns:a16="http://schemas.microsoft.com/office/drawing/2014/main" id="{1930380B-AC7D-BF0A-1C2D-9E6FE3D1353B}"/>
              </a:ext>
            </a:extLst>
          </p:cNvPr>
          <p:cNvGrpSpPr/>
          <p:nvPr/>
        </p:nvGrpSpPr>
        <p:grpSpPr>
          <a:xfrm>
            <a:off x="8139782" y="4569839"/>
            <a:ext cx="1140133" cy="355045"/>
            <a:chOff x="8139782" y="4638419"/>
            <a:chExt cx="1140133" cy="355045"/>
          </a:xfrm>
        </p:grpSpPr>
        <p:sp>
          <p:nvSpPr>
            <p:cNvPr id="113" name="任意多边形: 形状 112">
              <a:extLst>
                <a:ext uri="{FF2B5EF4-FFF2-40B4-BE49-F238E27FC236}">
                  <a16:creationId xmlns:a16="http://schemas.microsoft.com/office/drawing/2014/main" id="{8D7BE8D1-E6C4-2430-DEDA-38D15231EA2E}"/>
                </a:ext>
              </a:extLst>
            </p:cNvPr>
            <p:cNvSpPr/>
            <p:nvPr/>
          </p:nvSpPr>
          <p:spPr>
            <a:xfrm>
              <a:off x="8139782" y="4680909"/>
              <a:ext cx="1140133" cy="255160"/>
            </a:xfrm>
            <a:custGeom>
              <a:avLst/>
              <a:gdLst>
                <a:gd name="connsiteX0" fmla="*/ 50487 w 1124171"/>
                <a:gd name="connsiteY0" fmla="*/ 252879 h 252878"/>
                <a:gd name="connsiteX1" fmla="*/ 1073684 w 1124171"/>
                <a:gd name="connsiteY1" fmla="*/ 252879 h 252878"/>
                <a:gd name="connsiteX2" fmla="*/ 1124171 w 1124171"/>
                <a:gd name="connsiteY2" fmla="*/ 225392 h 252878"/>
                <a:gd name="connsiteX3" fmla="*/ 1124171 w 1124171"/>
                <a:gd name="connsiteY3" fmla="*/ 27487 h 252878"/>
                <a:gd name="connsiteX4" fmla="*/ 1073684 w 1124171"/>
                <a:gd name="connsiteY4" fmla="*/ 0 h 252878"/>
                <a:gd name="connsiteX5" fmla="*/ 50487 w 1124171"/>
                <a:gd name="connsiteY5" fmla="*/ 0 h 252878"/>
                <a:gd name="connsiteX6" fmla="*/ 0 w 1124171"/>
                <a:gd name="connsiteY6" fmla="*/ 27487 h 252878"/>
                <a:gd name="connsiteX7" fmla="*/ 0 w 1124171"/>
                <a:gd name="connsiteY7" fmla="*/ 225392 h 252878"/>
                <a:gd name="connsiteX8" fmla="*/ 50487 w 1124171"/>
                <a:gd name="connsiteY8" fmla="*/ 252879 h 252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4171" h="252878">
                  <a:moveTo>
                    <a:pt x="50487" y="252879"/>
                  </a:moveTo>
                  <a:lnTo>
                    <a:pt x="1073684" y="252879"/>
                  </a:lnTo>
                  <a:cubicBezTo>
                    <a:pt x="1107342" y="252879"/>
                    <a:pt x="1124171" y="243716"/>
                    <a:pt x="1124171" y="225392"/>
                  </a:cubicBezTo>
                  <a:lnTo>
                    <a:pt x="1124171" y="27487"/>
                  </a:lnTo>
                  <a:cubicBezTo>
                    <a:pt x="1124171" y="9162"/>
                    <a:pt x="1107342" y="0"/>
                    <a:pt x="1073684" y="0"/>
                  </a:cubicBezTo>
                  <a:lnTo>
                    <a:pt x="50487" y="0"/>
                  </a:lnTo>
                  <a:cubicBezTo>
                    <a:pt x="16829" y="0"/>
                    <a:pt x="0" y="9162"/>
                    <a:pt x="0" y="27487"/>
                  </a:cubicBezTo>
                  <a:lnTo>
                    <a:pt x="0" y="225392"/>
                  </a:lnTo>
                  <a:cubicBezTo>
                    <a:pt x="0" y="243716"/>
                    <a:pt x="16829" y="252879"/>
                    <a:pt x="50487" y="252879"/>
                  </a:cubicBezTo>
                  <a:close/>
                </a:path>
              </a:pathLst>
            </a:custGeom>
            <a:solidFill>
              <a:srgbClr val="FFFFFF"/>
            </a:solidFill>
            <a:ln w="11751" cap="flat">
              <a:solidFill>
                <a:srgbClr val="4A556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2" name="图形 4">
              <a:extLst>
                <a:ext uri="{FF2B5EF4-FFF2-40B4-BE49-F238E27FC236}">
                  <a16:creationId xmlns:a16="http://schemas.microsoft.com/office/drawing/2014/main" id="{5E76491A-CCC1-0C8E-8AA1-0E16248A520E}"/>
                </a:ext>
              </a:extLst>
            </p:cNvPr>
            <p:cNvGrpSpPr/>
            <p:nvPr/>
          </p:nvGrpSpPr>
          <p:grpSpPr>
            <a:xfrm>
              <a:off x="8437728" y="4638419"/>
              <a:ext cx="692818" cy="355045"/>
              <a:chOff x="7976865" y="4441319"/>
              <a:chExt cx="683118" cy="351869"/>
            </a:xfrm>
            <a:solidFill>
              <a:srgbClr val="20242B"/>
            </a:solidFill>
          </p:grpSpPr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F640DE20-681A-7BAD-D1DE-B4E4C84A938C}"/>
                  </a:ext>
                </a:extLst>
              </p:cNvPr>
              <p:cNvSpPr txBox="1"/>
              <p:nvPr/>
            </p:nvSpPr>
            <p:spPr>
              <a:xfrm>
                <a:off x="7998617" y="4441319"/>
                <a:ext cx="642024" cy="251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>
                    <a:ln/>
                    <a:solidFill>
                      <a:srgbClr val="20242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  <a:sym typeface="Arial"/>
                    <a:rtl val="0"/>
                  </a:rPr>
                  <a:t>Actor 2</a:t>
                </a:r>
              </a:p>
            </p:txBody>
          </p:sp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C347C07A-4471-7319-5407-A4C11F09F6C3}"/>
                  </a:ext>
                </a:extLst>
              </p:cNvPr>
              <p:cNvSpPr txBox="1"/>
              <p:nvPr/>
            </p:nvSpPr>
            <p:spPr>
              <a:xfrm>
                <a:off x="7976865" y="4541543"/>
                <a:ext cx="683118" cy="251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>
                    <a:ln/>
                    <a:solidFill>
                      <a:srgbClr val="20242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  <a:sym typeface="Arial"/>
                    <a:rtl val="0"/>
                  </a:rPr>
                  <a:t>server 2</a:t>
                </a:r>
              </a:p>
            </p:txBody>
          </p:sp>
        </p:grpSp>
      </p:grpSp>
      <p:grpSp>
        <p:nvGrpSpPr>
          <p:cNvPr id="474" name="组合 473">
            <a:extLst>
              <a:ext uri="{FF2B5EF4-FFF2-40B4-BE49-F238E27FC236}">
                <a16:creationId xmlns:a16="http://schemas.microsoft.com/office/drawing/2014/main" id="{DA76F0CE-8B15-8669-4C4E-16416F5D5225}"/>
              </a:ext>
            </a:extLst>
          </p:cNvPr>
          <p:cNvGrpSpPr/>
          <p:nvPr/>
        </p:nvGrpSpPr>
        <p:grpSpPr>
          <a:xfrm>
            <a:off x="9402803" y="4566029"/>
            <a:ext cx="1140133" cy="355045"/>
            <a:chOff x="9402803" y="4638419"/>
            <a:chExt cx="1140133" cy="355045"/>
          </a:xfrm>
        </p:grpSpPr>
        <p:sp>
          <p:nvSpPr>
            <p:cNvPr id="117" name="任意多边形: 形状 116">
              <a:extLst>
                <a:ext uri="{FF2B5EF4-FFF2-40B4-BE49-F238E27FC236}">
                  <a16:creationId xmlns:a16="http://schemas.microsoft.com/office/drawing/2014/main" id="{9CF23308-0CEC-F76C-717D-385271A8F48E}"/>
                </a:ext>
              </a:extLst>
            </p:cNvPr>
            <p:cNvSpPr/>
            <p:nvPr/>
          </p:nvSpPr>
          <p:spPr>
            <a:xfrm>
              <a:off x="9402803" y="4680909"/>
              <a:ext cx="1140133" cy="255160"/>
            </a:xfrm>
            <a:custGeom>
              <a:avLst/>
              <a:gdLst>
                <a:gd name="connsiteX0" fmla="*/ 50487 w 1124171"/>
                <a:gd name="connsiteY0" fmla="*/ 252879 h 252878"/>
                <a:gd name="connsiteX1" fmla="*/ 1073684 w 1124171"/>
                <a:gd name="connsiteY1" fmla="*/ 252879 h 252878"/>
                <a:gd name="connsiteX2" fmla="*/ 1124171 w 1124171"/>
                <a:gd name="connsiteY2" fmla="*/ 225392 h 252878"/>
                <a:gd name="connsiteX3" fmla="*/ 1124171 w 1124171"/>
                <a:gd name="connsiteY3" fmla="*/ 27487 h 252878"/>
                <a:gd name="connsiteX4" fmla="*/ 1073684 w 1124171"/>
                <a:gd name="connsiteY4" fmla="*/ 0 h 252878"/>
                <a:gd name="connsiteX5" fmla="*/ 50487 w 1124171"/>
                <a:gd name="connsiteY5" fmla="*/ 0 h 252878"/>
                <a:gd name="connsiteX6" fmla="*/ 0 w 1124171"/>
                <a:gd name="connsiteY6" fmla="*/ 27487 h 252878"/>
                <a:gd name="connsiteX7" fmla="*/ 0 w 1124171"/>
                <a:gd name="connsiteY7" fmla="*/ 225392 h 252878"/>
                <a:gd name="connsiteX8" fmla="*/ 50487 w 1124171"/>
                <a:gd name="connsiteY8" fmla="*/ 252879 h 252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4171" h="252878">
                  <a:moveTo>
                    <a:pt x="50487" y="252879"/>
                  </a:moveTo>
                  <a:lnTo>
                    <a:pt x="1073684" y="252879"/>
                  </a:lnTo>
                  <a:cubicBezTo>
                    <a:pt x="1107342" y="252879"/>
                    <a:pt x="1124171" y="243716"/>
                    <a:pt x="1124171" y="225392"/>
                  </a:cubicBezTo>
                  <a:lnTo>
                    <a:pt x="1124171" y="27487"/>
                  </a:lnTo>
                  <a:cubicBezTo>
                    <a:pt x="1124171" y="9162"/>
                    <a:pt x="1107342" y="0"/>
                    <a:pt x="1073684" y="0"/>
                  </a:cubicBezTo>
                  <a:lnTo>
                    <a:pt x="50487" y="0"/>
                  </a:lnTo>
                  <a:cubicBezTo>
                    <a:pt x="16829" y="0"/>
                    <a:pt x="0" y="9162"/>
                    <a:pt x="0" y="27487"/>
                  </a:cubicBezTo>
                  <a:lnTo>
                    <a:pt x="0" y="225392"/>
                  </a:lnTo>
                  <a:cubicBezTo>
                    <a:pt x="0" y="243716"/>
                    <a:pt x="16829" y="252879"/>
                    <a:pt x="50487" y="252879"/>
                  </a:cubicBezTo>
                  <a:close/>
                </a:path>
              </a:pathLst>
            </a:custGeom>
            <a:solidFill>
              <a:srgbClr val="FFFFFF"/>
            </a:solidFill>
            <a:ln w="11751" cap="flat">
              <a:solidFill>
                <a:srgbClr val="4A556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5" name="图形 4">
              <a:extLst>
                <a:ext uri="{FF2B5EF4-FFF2-40B4-BE49-F238E27FC236}">
                  <a16:creationId xmlns:a16="http://schemas.microsoft.com/office/drawing/2014/main" id="{A5CCDAFE-0023-4CF2-E784-1BAA935D72A4}"/>
                </a:ext>
              </a:extLst>
            </p:cNvPr>
            <p:cNvGrpSpPr/>
            <p:nvPr/>
          </p:nvGrpSpPr>
          <p:grpSpPr>
            <a:xfrm>
              <a:off x="9700748" y="4638419"/>
              <a:ext cx="692818" cy="355045"/>
              <a:chOff x="9222204" y="4441319"/>
              <a:chExt cx="683118" cy="351869"/>
            </a:xfrm>
            <a:solidFill>
              <a:srgbClr val="20242B"/>
            </a:solidFill>
          </p:grpSpPr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06073D28-99EA-A461-44D9-5ECA428C5CF4}"/>
                  </a:ext>
                </a:extLst>
              </p:cNvPr>
              <p:cNvSpPr txBox="1"/>
              <p:nvPr/>
            </p:nvSpPr>
            <p:spPr>
              <a:xfrm>
                <a:off x="9243956" y="4441319"/>
                <a:ext cx="642024" cy="251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>
                    <a:ln/>
                    <a:solidFill>
                      <a:srgbClr val="20242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  <a:sym typeface="Arial"/>
                    <a:rtl val="0"/>
                  </a:rPr>
                  <a:t>Actor 3</a:t>
                </a:r>
              </a:p>
            </p:txBody>
          </p: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221EEE8C-1C33-9CD7-19DB-A3F42050C123}"/>
                  </a:ext>
                </a:extLst>
              </p:cNvPr>
              <p:cNvSpPr txBox="1"/>
              <p:nvPr/>
            </p:nvSpPr>
            <p:spPr>
              <a:xfrm>
                <a:off x="9222204" y="4541543"/>
                <a:ext cx="683118" cy="251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>
                    <a:ln/>
                    <a:solidFill>
                      <a:srgbClr val="20242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  <a:sym typeface="Arial"/>
                    <a:rtl val="0"/>
                  </a:rPr>
                  <a:t>server 3</a:t>
                </a:r>
              </a:p>
            </p:txBody>
          </p:sp>
        </p:grpSp>
      </p:grpSp>
      <p:sp>
        <p:nvSpPr>
          <p:cNvPr id="168" name="文本框 167">
            <a:extLst>
              <a:ext uri="{FF2B5EF4-FFF2-40B4-BE49-F238E27FC236}">
                <a16:creationId xmlns:a16="http://schemas.microsoft.com/office/drawing/2014/main" id="{28DE405C-0162-2B03-2335-2BA4884B691A}"/>
              </a:ext>
            </a:extLst>
          </p:cNvPr>
          <p:cNvSpPr txBox="1"/>
          <p:nvPr/>
        </p:nvSpPr>
        <p:spPr>
          <a:xfrm>
            <a:off x="7901976" y="5021819"/>
            <a:ext cx="21050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2E7D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Centralized critic (training only)</a:t>
            </a:r>
          </a:p>
        </p:txBody>
      </p:sp>
      <p:sp>
        <p:nvSpPr>
          <p:cNvPr id="169" name="任意多边形: 形状 168">
            <a:extLst>
              <a:ext uri="{FF2B5EF4-FFF2-40B4-BE49-F238E27FC236}">
                <a16:creationId xmlns:a16="http://schemas.microsoft.com/office/drawing/2014/main" id="{A4BBBE3C-042B-3419-68B5-D2E911950EF4}"/>
              </a:ext>
            </a:extLst>
          </p:cNvPr>
          <p:cNvSpPr/>
          <p:nvPr/>
        </p:nvSpPr>
        <p:spPr>
          <a:xfrm>
            <a:off x="4060262" y="1119754"/>
            <a:ext cx="19864" cy="299536"/>
          </a:xfrm>
          <a:custGeom>
            <a:avLst/>
            <a:gdLst>
              <a:gd name="connsiteX0" fmla="*/ 0 w 19586"/>
              <a:gd name="connsiteY0" fmla="*/ 296858 h 296857"/>
              <a:gd name="connsiteX1" fmla="*/ 0 w 19586"/>
              <a:gd name="connsiteY1" fmla="*/ 0 h 296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96857">
                <a:moveTo>
                  <a:pt x="0" y="296858"/>
                </a:moveTo>
                <a:lnTo>
                  <a:pt x="0" y="0"/>
                </a:lnTo>
              </a:path>
            </a:pathLst>
          </a:custGeom>
          <a:noFill/>
          <a:ln w="10772" cap="sq">
            <a:solidFill>
              <a:srgbClr val="20242B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0" name="任意多边形: 形状 169">
            <a:extLst>
              <a:ext uri="{FF2B5EF4-FFF2-40B4-BE49-F238E27FC236}">
                <a16:creationId xmlns:a16="http://schemas.microsoft.com/office/drawing/2014/main" id="{0D7A1B65-B18B-0BA2-3EC8-9E97B268B16D}"/>
              </a:ext>
            </a:extLst>
          </p:cNvPr>
          <p:cNvSpPr/>
          <p:nvPr/>
        </p:nvSpPr>
        <p:spPr>
          <a:xfrm>
            <a:off x="3524733" y="1147489"/>
            <a:ext cx="19864" cy="244067"/>
          </a:xfrm>
          <a:custGeom>
            <a:avLst/>
            <a:gdLst>
              <a:gd name="connsiteX0" fmla="*/ 0 w 19586"/>
              <a:gd name="connsiteY0" fmla="*/ 241884 h 241884"/>
              <a:gd name="connsiteX1" fmla="*/ 0 w 19586"/>
              <a:gd name="connsiteY1" fmla="*/ 0 h 24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4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1" name="任意多边形: 形状 170">
            <a:extLst>
              <a:ext uri="{FF2B5EF4-FFF2-40B4-BE49-F238E27FC236}">
                <a16:creationId xmlns:a16="http://schemas.microsoft.com/office/drawing/2014/main" id="{B6119B4F-96C4-8B7E-8A08-137363ECE32F}"/>
              </a:ext>
            </a:extLst>
          </p:cNvPr>
          <p:cNvSpPr/>
          <p:nvPr/>
        </p:nvSpPr>
        <p:spPr>
          <a:xfrm>
            <a:off x="3715992" y="1147489"/>
            <a:ext cx="19864" cy="244067"/>
          </a:xfrm>
          <a:custGeom>
            <a:avLst/>
            <a:gdLst>
              <a:gd name="connsiteX0" fmla="*/ 0 w 19586"/>
              <a:gd name="connsiteY0" fmla="*/ 241884 h 241884"/>
              <a:gd name="connsiteX1" fmla="*/ 0 w 19586"/>
              <a:gd name="connsiteY1" fmla="*/ 0 h 24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4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2" name="任意多边形: 形状 171">
            <a:extLst>
              <a:ext uri="{FF2B5EF4-FFF2-40B4-BE49-F238E27FC236}">
                <a16:creationId xmlns:a16="http://schemas.microsoft.com/office/drawing/2014/main" id="{E934802E-84D6-44E2-BC47-508D833860DF}"/>
              </a:ext>
            </a:extLst>
          </p:cNvPr>
          <p:cNvSpPr/>
          <p:nvPr/>
        </p:nvSpPr>
        <p:spPr>
          <a:xfrm>
            <a:off x="3907253" y="1147489"/>
            <a:ext cx="19864" cy="244067"/>
          </a:xfrm>
          <a:custGeom>
            <a:avLst/>
            <a:gdLst>
              <a:gd name="connsiteX0" fmla="*/ 0 w 19586"/>
              <a:gd name="connsiteY0" fmla="*/ 241884 h 241884"/>
              <a:gd name="connsiteX1" fmla="*/ 0 w 19586"/>
              <a:gd name="connsiteY1" fmla="*/ 0 h 24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4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3" name="任意多边形: 形状 172">
            <a:extLst>
              <a:ext uri="{FF2B5EF4-FFF2-40B4-BE49-F238E27FC236}">
                <a16:creationId xmlns:a16="http://schemas.microsoft.com/office/drawing/2014/main" id="{B1BD1A51-5AA3-E1C1-2F5E-3DDABB273FE4}"/>
              </a:ext>
            </a:extLst>
          </p:cNvPr>
          <p:cNvSpPr/>
          <p:nvPr/>
        </p:nvSpPr>
        <p:spPr>
          <a:xfrm>
            <a:off x="4098514" y="1147489"/>
            <a:ext cx="19864" cy="244067"/>
          </a:xfrm>
          <a:custGeom>
            <a:avLst/>
            <a:gdLst>
              <a:gd name="connsiteX0" fmla="*/ 0 w 19586"/>
              <a:gd name="connsiteY0" fmla="*/ 241884 h 241884"/>
              <a:gd name="connsiteX1" fmla="*/ 0 w 19586"/>
              <a:gd name="connsiteY1" fmla="*/ 0 h 24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4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" name="任意多边形: 形状 173">
            <a:extLst>
              <a:ext uri="{FF2B5EF4-FFF2-40B4-BE49-F238E27FC236}">
                <a16:creationId xmlns:a16="http://schemas.microsoft.com/office/drawing/2014/main" id="{58D1ED35-E275-D45C-C69E-C49944965EDD}"/>
              </a:ext>
            </a:extLst>
          </p:cNvPr>
          <p:cNvSpPr/>
          <p:nvPr/>
        </p:nvSpPr>
        <p:spPr>
          <a:xfrm>
            <a:off x="4289774" y="1147489"/>
            <a:ext cx="19864" cy="244067"/>
          </a:xfrm>
          <a:custGeom>
            <a:avLst/>
            <a:gdLst>
              <a:gd name="connsiteX0" fmla="*/ 0 w 19586"/>
              <a:gd name="connsiteY0" fmla="*/ 241884 h 241884"/>
              <a:gd name="connsiteX1" fmla="*/ 0 w 19586"/>
              <a:gd name="connsiteY1" fmla="*/ 0 h 24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4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5" name="任意多边形: 形状 174">
            <a:extLst>
              <a:ext uri="{FF2B5EF4-FFF2-40B4-BE49-F238E27FC236}">
                <a16:creationId xmlns:a16="http://schemas.microsoft.com/office/drawing/2014/main" id="{922475E6-73E0-37BB-33F4-F10F6571C971}"/>
              </a:ext>
            </a:extLst>
          </p:cNvPr>
          <p:cNvSpPr/>
          <p:nvPr/>
        </p:nvSpPr>
        <p:spPr>
          <a:xfrm>
            <a:off x="4481035" y="1147489"/>
            <a:ext cx="19864" cy="244067"/>
          </a:xfrm>
          <a:custGeom>
            <a:avLst/>
            <a:gdLst>
              <a:gd name="connsiteX0" fmla="*/ 0 w 19586"/>
              <a:gd name="connsiteY0" fmla="*/ 241884 h 241884"/>
              <a:gd name="connsiteX1" fmla="*/ 0 w 19586"/>
              <a:gd name="connsiteY1" fmla="*/ 0 h 24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4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6" name="任意多边形: 形状 175">
            <a:extLst>
              <a:ext uri="{FF2B5EF4-FFF2-40B4-BE49-F238E27FC236}">
                <a16:creationId xmlns:a16="http://schemas.microsoft.com/office/drawing/2014/main" id="{4C1585B8-6D69-0C46-B8AF-F257ADC2842E}"/>
              </a:ext>
            </a:extLst>
          </p:cNvPr>
          <p:cNvSpPr/>
          <p:nvPr/>
        </p:nvSpPr>
        <p:spPr>
          <a:xfrm>
            <a:off x="5254209" y="1119754"/>
            <a:ext cx="19864" cy="299536"/>
          </a:xfrm>
          <a:custGeom>
            <a:avLst/>
            <a:gdLst>
              <a:gd name="connsiteX0" fmla="*/ 0 w 19586"/>
              <a:gd name="connsiteY0" fmla="*/ 296858 h 296857"/>
              <a:gd name="connsiteX1" fmla="*/ 0 w 19586"/>
              <a:gd name="connsiteY1" fmla="*/ 0 h 296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96857">
                <a:moveTo>
                  <a:pt x="0" y="296858"/>
                </a:moveTo>
                <a:lnTo>
                  <a:pt x="0" y="0"/>
                </a:lnTo>
              </a:path>
            </a:pathLst>
          </a:custGeom>
          <a:noFill/>
          <a:ln w="10772" cap="sq">
            <a:solidFill>
              <a:srgbClr val="20242B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7" name="任意多边形: 形状 176">
            <a:extLst>
              <a:ext uri="{FF2B5EF4-FFF2-40B4-BE49-F238E27FC236}">
                <a16:creationId xmlns:a16="http://schemas.microsoft.com/office/drawing/2014/main" id="{5B1DBD0D-C0A9-620B-09CC-8E6CDDCF8C71}"/>
              </a:ext>
            </a:extLst>
          </p:cNvPr>
          <p:cNvSpPr/>
          <p:nvPr/>
        </p:nvSpPr>
        <p:spPr>
          <a:xfrm>
            <a:off x="4948192" y="1147489"/>
            <a:ext cx="19864" cy="244067"/>
          </a:xfrm>
          <a:custGeom>
            <a:avLst/>
            <a:gdLst>
              <a:gd name="connsiteX0" fmla="*/ 0 w 19586"/>
              <a:gd name="connsiteY0" fmla="*/ 241884 h 241884"/>
              <a:gd name="connsiteX1" fmla="*/ 0 w 19586"/>
              <a:gd name="connsiteY1" fmla="*/ 0 h 24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4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8" name="任意多边形: 形状 177">
            <a:extLst>
              <a:ext uri="{FF2B5EF4-FFF2-40B4-BE49-F238E27FC236}">
                <a16:creationId xmlns:a16="http://schemas.microsoft.com/office/drawing/2014/main" id="{7CBA8C59-850D-12A4-E4C7-28F7FB472719}"/>
              </a:ext>
            </a:extLst>
          </p:cNvPr>
          <p:cNvSpPr/>
          <p:nvPr/>
        </p:nvSpPr>
        <p:spPr>
          <a:xfrm>
            <a:off x="5139453" y="1147489"/>
            <a:ext cx="19864" cy="244067"/>
          </a:xfrm>
          <a:custGeom>
            <a:avLst/>
            <a:gdLst>
              <a:gd name="connsiteX0" fmla="*/ 0 w 19586"/>
              <a:gd name="connsiteY0" fmla="*/ 241884 h 241884"/>
              <a:gd name="connsiteX1" fmla="*/ 0 w 19586"/>
              <a:gd name="connsiteY1" fmla="*/ 0 h 24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4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9" name="任意多边形: 形状 178">
            <a:extLst>
              <a:ext uri="{FF2B5EF4-FFF2-40B4-BE49-F238E27FC236}">
                <a16:creationId xmlns:a16="http://schemas.microsoft.com/office/drawing/2014/main" id="{0B63537E-C1D1-7B2B-BA7F-D0859E0B7B57}"/>
              </a:ext>
            </a:extLst>
          </p:cNvPr>
          <p:cNvSpPr/>
          <p:nvPr/>
        </p:nvSpPr>
        <p:spPr>
          <a:xfrm>
            <a:off x="5330713" y="1147489"/>
            <a:ext cx="19864" cy="244067"/>
          </a:xfrm>
          <a:custGeom>
            <a:avLst/>
            <a:gdLst>
              <a:gd name="connsiteX0" fmla="*/ 0 w 19586"/>
              <a:gd name="connsiteY0" fmla="*/ 241884 h 241884"/>
              <a:gd name="connsiteX1" fmla="*/ 0 w 19586"/>
              <a:gd name="connsiteY1" fmla="*/ 0 h 24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4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0" name="任意多边形: 形状 179">
            <a:extLst>
              <a:ext uri="{FF2B5EF4-FFF2-40B4-BE49-F238E27FC236}">
                <a16:creationId xmlns:a16="http://schemas.microsoft.com/office/drawing/2014/main" id="{E48EAB1B-E544-C7A3-7459-C9F5FF7873A9}"/>
              </a:ext>
            </a:extLst>
          </p:cNvPr>
          <p:cNvSpPr/>
          <p:nvPr/>
        </p:nvSpPr>
        <p:spPr>
          <a:xfrm>
            <a:off x="5521973" y="1147489"/>
            <a:ext cx="19864" cy="244067"/>
          </a:xfrm>
          <a:custGeom>
            <a:avLst/>
            <a:gdLst>
              <a:gd name="connsiteX0" fmla="*/ 0 w 19586"/>
              <a:gd name="connsiteY0" fmla="*/ 241884 h 241884"/>
              <a:gd name="connsiteX1" fmla="*/ 0 w 19586"/>
              <a:gd name="connsiteY1" fmla="*/ 0 h 24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4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1" name="任意多边形: 形状 180">
            <a:extLst>
              <a:ext uri="{FF2B5EF4-FFF2-40B4-BE49-F238E27FC236}">
                <a16:creationId xmlns:a16="http://schemas.microsoft.com/office/drawing/2014/main" id="{0CDC28B8-6776-A6AC-1557-ABD51EE84DBA}"/>
              </a:ext>
            </a:extLst>
          </p:cNvPr>
          <p:cNvSpPr/>
          <p:nvPr/>
        </p:nvSpPr>
        <p:spPr>
          <a:xfrm>
            <a:off x="5713234" y="1147489"/>
            <a:ext cx="19864" cy="244067"/>
          </a:xfrm>
          <a:custGeom>
            <a:avLst/>
            <a:gdLst>
              <a:gd name="connsiteX0" fmla="*/ 0 w 19586"/>
              <a:gd name="connsiteY0" fmla="*/ 241884 h 241884"/>
              <a:gd name="connsiteX1" fmla="*/ 0 w 19586"/>
              <a:gd name="connsiteY1" fmla="*/ 0 h 24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4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2" name="任意多边形: 形状 181">
            <a:extLst>
              <a:ext uri="{FF2B5EF4-FFF2-40B4-BE49-F238E27FC236}">
                <a16:creationId xmlns:a16="http://schemas.microsoft.com/office/drawing/2014/main" id="{2ABD363D-42A4-1EDD-C55F-481260E56454}"/>
              </a:ext>
            </a:extLst>
          </p:cNvPr>
          <p:cNvSpPr/>
          <p:nvPr/>
        </p:nvSpPr>
        <p:spPr>
          <a:xfrm>
            <a:off x="6065635" y="1147489"/>
            <a:ext cx="19864" cy="244067"/>
          </a:xfrm>
          <a:custGeom>
            <a:avLst/>
            <a:gdLst>
              <a:gd name="connsiteX0" fmla="*/ 0 w 19586"/>
              <a:gd name="connsiteY0" fmla="*/ 241884 h 241884"/>
              <a:gd name="connsiteX1" fmla="*/ 0 w 19586"/>
              <a:gd name="connsiteY1" fmla="*/ 0 h 24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4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3" name="任意多边形: 形状 182">
            <a:extLst>
              <a:ext uri="{FF2B5EF4-FFF2-40B4-BE49-F238E27FC236}">
                <a16:creationId xmlns:a16="http://schemas.microsoft.com/office/drawing/2014/main" id="{4279879D-ACAD-A69E-BC7A-71004BD467F5}"/>
              </a:ext>
            </a:extLst>
          </p:cNvPr>
          <p:cNvSpPr/>
          <p:nvPr/>
        </p:nvSpPr>
        <p:spPr>
          <a:xfrm>
            <a:off x="2432290" y="1847793"/>
            <a:ext cx="675886" cy="288442"/>
          </a:xfrm>
          <a:custGeom>
            <a:avLst/>
            <a:gdLst>
              <a:gd name="connsiteX0" fmla="*/ 50487 w 666424"/>
              <a:gd name="connsiteY0" fmla="*/ 285863 h 285862"/>
              <a:gd name="connsiteX1" fmla="*/ 615938 w 666424"/>
              <a:gd name="connsiteY1" fmla="*/ 285863 h 285862"/>
              <a:gd name="connsiteX2" fmla="*/ 666425 w 666424"/>
              <a:gd name="connsiteY2" fmla="*/ 258376 h 285862"/>
              <a:gd name="connsiteX3" fmla="*/ 666425 w 666424"/>
              <a:gd name="connsiteY3" fmla="*/ 27487 h 285862"/>
              <a:gd name="connsiteX4" fmla="*/ 615938 w 666424"/>
              <a:gd name="connsiteY4" fmla="*/ 0 h 285862"/>
              <a:gd name="connsiteX5" fmla="*/ 50487 w 666424"/>
              <a:gd name="connsiteY5" fmla="*/ 0 h 285862"/>
              <a:gd name="connsiteX6" fmla="*/ 0 w 666424"/>
              <a:gd name="connsiteY6" fmla="*/ 27487 h 285862"/>
              <a:gd name="connsiteX7" fmla="*/ 0 w 666424"/>
              <a:gd name="connsiteY7" fmla="*/ 258376 h 285862"/>
              <a:gd name="connsiteX8" fmla="*/ 50487 w 666424"/>
              <a:gd name="connsiteY8" fmla="*/ 285863 h 285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66424" h="285862">
                <a:moveTo>
                  <a:pt x="50487" y="285863"/>
                </a:moveTo>
                <a:lnTo>
                  <a:pt x="615938" y="285863"/>
                </a:lnTo>
                <a:cubicBezTo>
                  <a:pt x="649596" y="285863"/>
                  <a:pt x="666425" y="276701"/>
                  <a:pt x="666425" y="258376"/>
                </a:cubicBezTo>
                <a:lnTo>
                  <a:pt x="666425" y="27487"/>
                </a:lnTo>
                <a:cubicBezTo>
                  <a:pt x="666425" y="9162"/>
                  <a:pt x="649596" y="0"/>
                  <a:pt x="615938" y="0"/>
                </a:cubicBezTo>
                <a:lnTo>
                  <a:pt x="50487" y="0"/>
                </a:lnTo>
                <a:cubicBezTo>
                  <a:pt x="16829" y="0"/>
                  <a:pt x="0" y="9162"/>
                  <a:pt x="0" y="27487"/>
                </a:cubicBezTo>
                <a:lnTo>
                  <a:pt x="0" y="258376"/>
                </a:lnTo>
                <a:cubicBezTo>
                  <a:pt x="0" y="276701"/>
                  <a:pt x="16829" y="285863"/>
                  <a:pt x="50487" y="285863"/>
                </a:cubicBezTo>
                <a:close/>
              </a:path>
            </a:pathLst>
          </a:custGeom>
          <a:solidFill>
            <a:srgbClr val="FFFFFF"/>
          </a:solidFill>
          <a:ln w="9793" cap="flat">
            <a:solidFill>
              <a:srgbClr val="8A939E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" name="任意多边形: 形状 183">
            <a:extLst>
              <a:ext uri="{FF2B5EF4-FFF2-40B4-BE49-F238E27FC236}">
                <a16:creationId xmlns:a16="http://schemas.microsoft.com/office/drawing/2014/main" id="{C8CA5294-3F14-4618-59D1-08A4D3911F9B}"/>
              </a:ext>
            </a:extLst>
          </p:cNvPr>
          <p:cNvSpPr/>
          <p:nvPr/>
        </p:nvSpPr>
        <p:spPr>
          <a:xfrm>
            <a:off x="3869002" y="2478761"/>
            <a:ext cx="19864" cy="299536"/>
          </a:xfrm>
          <a:custGeom>
            <a:avLst/>
            <a:gdLst>
              <a:gd name="connsiteX0" fmla="*/ 0 w 19586"/>
              <a:gd name="connsiteY0" fmla="*/ 296858 h 296857"/>
              <a:gd name="connsiteX1" fmla="*/ 0 w 19586"/>
              <a:gd name="connsiteY1" fmla="*/ 0 h 296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96857">
                <a:moveTo>
                  <a:pt x="0" y="296858"/>
                </a:moveTo>
                <a:lnTo>
                  <a:pt x="0" y="0"/>
                </a:lnTo>
              </a:path>
            </a:pathLst>
          </a:custGeom>
          <a:noFill/>
          <a:ln w="10772" cap="sq">
            <a:solidFill>
              <a:srgbClr val="20242B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5" name="任意多边形: 形状 184">
            <a:extLst>
              <a:ext uri="{FF2B5EF4-FFF2-40B4-BE49-F238E27FC236}">
                <a16:creationId xmlns:a16="http://schemas.microsoft.com/office/drawing/2014/main" id="{AC93D130-FAE2-BA2E-9BFC-85F7A230C3AB}"/>
              </a:ext>
            </a:extLst>
          </p:cNvPr>
          <p:cNvSpPr/>
          <p:nvPr/>
        </p:nvSpPr>
        <p:spPr>
          <a:xfrm>
            <a:off x="3524733" y="2506496"/>
            <a:ext cx="19864" cy="244066"/>
          </a:xfrm>
          <a:custGeom>
            <a:avLst/>
            <a:gdLst>
              <a:gd name="connsiteX0" fmla="*/ 0 w 19586"/>
              <a:gd name="connsiteY0" fmla="*/ 241884 h 241883"/>
              <a:gd name="connsiteX1" fmla="*/ 0 w 19586"/>
              <a:gd name="connsiteY1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3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6" name="任意多边形: 形状 185">
            <a:extLst>
              <a:ext uri="{FF2B5EF4-FFF2-40B4-BE49-F238E27FC236}">
                <a16:creationId xmlns:a16="http://schemas.microsoft.com/office/drawing/2014/main" id="{7B9F8571-D78D-2938-5288-6F5124E1FDD9}"/>
              </a:ext>
            </a:extLst>
          </p:cNvPr>
          <p:cNvSpPr/>
          <p:nvPr/>
        </p:nvSpPr>
        <p:spPr>
          <a:xfrm>
            <a:off x="3715992" y="2506496"/>
            <a:ext cx="19864" cy="244066"/>
          </a:xfrm>
          <a:custGeom>
            <a:avLst/>
            <a:gdLst>
              <a:gd name="connsiteX0" fmla="*/ 0 w 19586"/>
              <a:gd name="connsiteY0" fmla="*/ 241884 h 241883"/>
              <a:gd name="connsiteX1" fmla="*/ 0 w 19586"/>
              <a:gd name="connsiteY1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3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7" name="任意多边形: 形状 186">
            <a:extLst>
              <a:ext uri="{FF2B5EF4-FFF2-40B4-BE49-F238E27FC236}">
                <a16:creationId xmlns:a16="http://schemas.microsoft.com/office/drawing/2014/main" id="{5E5E139C-2417-E0CE-9E4E-D3F56D10450E}"/>
              </a:ext>
            </a:extLst>
          </p:cNvPr>
          <p:cNvSpPr/>
          <p:nvPr/>
        </p:nvSpPr>
        <p:spPr>
          <a:xfrm>
            <a:off x="3907253" y="2506496"/>
            <a:ext cx="19864" cy="244066"/>
          </a:xfrm>
          <a:custGeom>
            <a:avLst/>
            <a:gdLst>
              <a:gd name="connsiteX0" fmla="*/ 0 w 19586"/>
              <a:gd name="connsiteY0" fmla="*/ 241884 h 241883"/>
              <a:gd name="connsiteX1" fmla="*/ 0 w 19586"/>
              <a:gd name="connsiteY1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3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8" name="任意多边形: 形状 187">
            <a:extLst>
              <a:ext uri="{FF2B5EF4-FFF2-40B4-BE49-F238E27FC236}">
                <a16:creationId xmlns:a16="http://schemas.microsoft.com/office/drawing/2014/main" id="{1C75703C-142A-0F25-FCE2-2758E8641D79}"/>
              </a:ext>
            </a:extLst>
          </p:cNvPr>
          <p:cNvSpPr/>
          <p:nvPr/>
        </p:nvSpPr>
        <p:spPr>
          <a:xfrm>
            <a:off x="4098514" y="2506496"/>
            <a:ext cx="19864" cy="244066"/>
          </a:xfrm>
          <a:custGeom>
            <a:avLst/>
            <a:gdLst>
              <a:gd name="connsiteX0" fmla="*/ 0 w 19586"/>
              <a:gd name="connsiteY0" fmla="*/ 241884 h 241883"/>
              <a:gd name="connsiteX1" fmla="*/ 0 w 19586"/>
              <a:gd name="connsiteY1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3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9" name="任意多边形: 形状 188">
            <a:extLst>
              <a:ext uri="{FF2B5EF4-FFF2-40B4-BE49-F238E27FC236}">
                <a16:creationId xmlns:a16="http://schemas.microsoft.com/office/drawing/2014/main" id="{B4E5134D-85E0-AFC8-E012-C10BE13ADB81}"/>
              </a:ext>
            </a:extLst>
          </p:cNvPr>
          <p:cNvSpPr/>
          <p:nvPr/>
        </p:nvSpPr>
        <p:spPr>
          <a:xfrm>
            <a:off x="4289774" y="2506496"/>
            <a:ext cx="19864" cy="244066"/>
          </a:xfrm>
          <a:custGeom>
            <a:avLst/>
            <a:gdLst>
              <a:gd name="connsiteX0" fmla="*/ 0 w 19586"/>
              <a:gd name="connsiteY0" fmla="*/ 241884 h 241883"/>
              <a:gd name="connsiteX1" fmla="*/ 0 w 19586"/>
              <a:gd name="connsiteY1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3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0" name="任意多边形: 形状 189">
            <a:extLst>
              <a:ext uri="{FF2B5EF4-FFF2-40B4-BE49-F238E27FC236}">
                <a16:creationId xmlns:a16="http://schemas.microsoft.com/office/drawing/2014/main" id="{FAF455D2-B66D-28B4-2765-385EC413C512}"/>
              </a:ext>
            </a:extLst>
          </p:cNvPr>
          <p:cNvSpPr/>
          <p:nvPr/>
        </p:nvSpPr>
        <p:spPr>
          <a:xfrm>
            <a:off x="4481035" y="2506496"/>
            <a:ext cx="19864" cy="244066"/>
          </a:xfrm>
          <a:custGeom>
            <a:avLst/>
            <a:gdLst>
              <a:gd name="connsiteX0" fmla="*/ 0 w 19586"/>
              <a:gd name="connsiteY0" fmla="*/ 241884 h 241883"/>
              <a:gd name="connsiteX1" fmla="*/ 0 w 19586"/>
              <a:gd name="connsiteY1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3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1" name="任意多边形: 形状 190">
            <a:extLst>
              <a:ext uri="{FF2B5EF4-FFF2-40B4-BE49-F238E27FC236}">
                <a16:creationId xmlns:a16="http://schemas.microsoft.com/office/drawing/2014/main" id="{7673A9A2-E445-D15D-7E50-67B97D8A25B1}"/>
              </a:ext>
            </a:extLst>
          </p:cNvPr>
          <p:cNvSpPr/>
          <p:nvPr/>
        </p:nvSpPr>
        <p:spPr>
          <a:xfrm>
            <a:off x="5177704" y="2478761"/>
            <a:ext cx="19864" cy="299536"/>
          </a:xfrm>
          <a:custGeom>
            <a:avLst/>
            <a:gdLst>
              <a:gd name="connsiteX0" fmla="*/ 0 w 19586"/>
              <a:gd name="connsiteY0" fmla="*/ 296858 h 296857"/>
              <a:gd name="connsiteX1" fmla="*/ 0 w 19586"/>
              <a:gd name="connsiteY1" fmla="*/ 0 h 296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96857">
                <a:moveTo>
                  <a:pt x="0" y="296858"/>
                </a:moveTo>
                <a:lnTo>
                  <a:pt x="0" y="0"/>
                </a:lnTo>
              </a:path>
            </a:pathLst>
          </a:custGeom>
          <a:noFill/>
          <a:ln w="10772" cap="sq">
            <a:solidFill>
              <a:srgbClr val="20242B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2" name="任意多边形: 形状 191">
            <a:extLst>
              <a:ext uri="{FF2B5EF4-FFF2-40B4-BE49-F238E27FC236}">
                <a16:creationId xmlns:a16="http://schemas.microsoft.com/office/drawing/2014/main" id="{F1A1855D-EB1C-E68A-37F4-88E67C456740}"/>
              </a:ext>
            </a:extLst>
          </p:cNvPr>
          <p:cNvSpPr/>
          <p:nvPr/>
        </p:nvSpPr>
        <p:spPr>
          <a:xfrm>
            <a:off x="4948192" y="2506496"/>
            <a:ext cx="19864" cy="244066"/>
          </a:xfrm>
          <a:custGeom>
            <a:avLst/>
            <a:gdLst>
              <a:gd name="connsiteX0" fmla="*/ 0 w 19586"/>
              <a:gd name="connsiteY0" fmla="*/ 241884 h 241883"/>
              <a:gd name="connsiteX1" fmla="*/ 0 w 19586"/>
              <a:gd name="connsiteY1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3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3" name="任意多边形: 形状 192">
            <a:extLst>
              <a:ext uri="{FF2B5EF4-FFF2-40B4-BE49-F238E27FC236}">
                <a16:creationId xmlns:a16="http://schemas.microsoft.com/office/drawing/2014/main" id="{640B10D3-0197-37C3-5613-52C82EC596B1}"/>
              </a:ext>
            </a:extLst>
          </p:cNvPr>
          <p:cNvSpPr/>
          <p:nvPr/>
        </p:nvSpPr>
        <p:spPr>
          <a:xfrm>
            <a:off x="5139453" y="2506496"/>
            <a:ext cx="19864" cy="244066"/>
          </a:xfrm>
          <a:custGeom>
            <a:avLst/>
            <a:gdLst>
              <a:gd name="connsiteX0" fmla="*/ 0 w 19586"/>
              <a:gd name="connsiteY0" fmla="*/ 241884 h 241883"/>
              <a:gd name="connsiteX1" fmla="*/ 0 w 19586"/>
              <a:gd name="connsiteY1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3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" name="任意多边形: 形状 193">
            <a:extLst>
              <a:ext uri="{FF2B5EF4-FFF2-40B4-BE49-F238E27FC236}">
                <a16:creationId xmlns:a16="http://schemas.microsoft.com/office/drawing/2014/main" id="{BF93D0B1-AD36-5487-AF7E-720416EE9495}"/>
              </a:ext>
            </a:extLst>
          </p:cNvPr>
          <p:cNvSpPr/>
          <p:nvPr/>
        </p:nvSpPr>
        <p:spPr>
          <a:xfrm>
            <a:off x="5330713" y="2506496"/>
            <a:ext cx="19864" cy="244066"/>
          </a:xfrm>
          <a:custGeom>
            <a:avLst/>
            <a:gdLst>
              <a:gd name="connsiteX0" fmla="*/ 0 w 19586"/>
              <a:gd name="connsiteY0" fmla="*/ 241884 h 241883"/>
              <a:gd name="connsiteX1" fmla="*/ 0 w 19586"/>
              <a:gd name="connsiteY1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3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5" name="任意多边形: 形状 194">
            <a:extLst>
              <a:ext uri="{FF2B5EF4-FFF2-40B4-BE49-F238E27FC236}">
                <a16:creationId xmlns:a16="http://schemas.microsoft.com/office/drawing/2014/main" id="{DB4349B6-230D-3CCB-08A4-BAC126CEB4FD}"/>
              </a:ext>
            </a:extLst>
          </p:cNvPr>
          <p:cNvSpPr/>
          <p:nvPr/>
        </p:nvSpPr>
        <p:spPr>
          <a:xfrm>
            <a:off x="5521973" y="2506496"/>
            <a:ext cx="19864" cy="244066"/>
          </a:xfrm>
          <a:custGeom>
            <a:avLst/>
            <a:gdLst>
              <a:gd name="connsiteX0" fmla="*/ 0 w 19586"/>
              <a:gd name="connsiteY0" fmla="*/ 241884 h 241883"/>
              <a:gd name="connsiteX1" fmla="*/ 0 w 19586"/>
              <a:gd name="connsiteY1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3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6" name="任意多边形: 形状 195">
            <a:extLst>
              <a:ext uri="{FF2B5EF4-FFF2-40B4-BE49-F238E27FC236}">
                <a16:creationId xmlns:a16="http://schemas.microsoft.com/office/drawing/2014/main" id="{1852E571-258A-6F65-D036-03AC2B00AC32}"/>
              </a:ext>
            </a:extLst>
          </p:cNvPr>
          <p:cNvSpPr/>
          <p:nvPr/>
        </p:nvSpPr>
        <p:spPr>
          <a:xfrm>
            <a:off x="5713234" y="2506496"/>
            <a:ext cx="19864" cy="244066"/>
          </a:xfrm>
          <a:custGeom>
            <a:avLst/>
            <a:gdLst>
              <a:gd name="connsiteX0" fmla="*/ 0 w 19586"/>
              <a:gd name="connsiteY0" fmla="*/ 241884 h 241883"/>
              <a:gd name="connsiteX1" fmla="*/ 0 w 19586"/>
              <a:gd name="connsiteY1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3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7" name="任意多边形: 形状 196">
            <a:extLst>
              <a:ext uri="{FF2B5EF4-FFF2-40B4-BE49-F238E27FC236}">
                <a16:creationId xmlns:a16="http://schemas.microsoft.com/office/drawing/2014/main" id="{A2263FFA-7EC4-9CE2-07B5-4DA56B75DED5}"/>
              </a:ext>
            </a:extLst>
          </p:cNvPr>
          <p:cNvSpPr/>
          <p:nvPr/>
        </p:nvSpPr>
        <p:spPr>
          <a:xfrm>
            <a:off x="6065635" y="2506496"/>
            <a:ext cx="19864" cy="244066"/>
          </a:xfrm>
          <a:custGeom>
            <a:avLst/>
            <a:gdLst>
              <a:gd name="connsiteX0" fmla="*/ 0 w 19586"/>
              <a:gd name="connsiteY0" fmla="*/ 241884 h 241883"/>
              <a:gd name="connsiteX1" fmla="*/ 0 w 19586"/>
              <a:gd name="connsiteY1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3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8" name="任意多边形: 形状 197">
            <a:extLst>
              <a:ext uri="{FF2B5EF4-FFF2-40B4-BE49-F238E27FC236}">
                <a16:creationId xmlns:a16="http://schemas.microsoft.com/office/drawing/2014/main" id="{7DFF81C5-67B9-F328-524A-DF5E181F94A8}"/>
              </a:ext>
            </a:extLst>
          </p:cNvPr>
          <p:cNvSpPr/>
          <p:nvPr/>
        </p:nvSpPr>
        <p:spPr>
          <a:xfrm>
            <a:off x="2432290" y="2621595"/>
            <a:ext cx="675886" cy="288443"/>
          </a:xfrm>
          <a:custGeom>
            <a:avLst/>
            <a:gdLst>
              <a:gd name="connsiteX0" fmla="*/ 50487 w 666424"/>
              <a:gd name="connsiteY0" fmla="*/ 285863 h 285863"/>
              <a:gd name="connsiteX1" fmla="*/ 615938 w 666424"/>
              <a:gd name="connsiteY1" fmla="*/ 285863 h 285863"/>
              <a:gd name="connsiteX2" fmla="*/ 666425 w 666424"/>
              <a:gd name="connsiteY2" fmla="*/ 258376 h 285863"/>
              <a:gd name="connsiteX3" fmla="*/ 666425 w 666424"/>
              <a:gd name="connsiteY3" fmla="*/ 27487 h 285863"/>
              <a:gd name="connsiteX4" fmla="*/ 615938 w 666424"/>
              <a:gd name="connsiteY4" fmla="*/ 0 h 285863"/>
              <a:gd name="connsiteX5" fmla="*/ 50487 w 666424"/>
              <a:gd name="connsiteY5" fmla="*/ 0 h 285863"/>
              <a:gd name="connsiteX6" fmla="*/ 0 w 666424"/>
              <a:gd name="connsiteY6" fmla="*/ 27487 h 285863"/>
              <a:gd name="connsiteX7" fmla="*/ 0 w 666424"/>
              <a:gd name="connsiteY7" fmla="*/ 258376 h 285863"/>
              <a:gd name="connsiteX8" fmla="*/ 50487 w 666424"/>
              <a:gd name="connsiteY8" fmla="*/ 285863 h 28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66424" h="285863">
                <a:moveTo>
                  <a:pt x="50487" y="285863"/>
                </a:moveTo>
                <a:lnTo>
                  <a:pt x="615938" y="285863"/>
                </a:lnTo>
                <a:cubicBezTo>
                  <a:pt x="649596" y="285863"/>
                  <a:pt x="666425" y="276701"/>
                  <a:pt x="666425" y="258376"/>
                </a:cubicBezTo>
                <a:lnTo>
                  <a:pt x="666425" y="27487"/>
                </a:lnTo>
                <a:cubicBezTo>
                  <a:pt x="666425" y="9162"/>
                  <a:pt x="649596" y="0"/>
                  <a:pt x="615938" y="0"/>
                </a:cubicBezTo>
                <a:lnTo>
                  <a:pt x="50487" y="0"/>
                </a:lnTo>
                <a:cubicBezTo>
                  <a:pt x="16829" y="0"/>
                  <a:pt x="0" y="9162"/>
                  <a:pt x="0" y="27487"/>
                </a:cubicBezTo>
                <a:lnTo>
                  <a:pt x="0" y="258376"/>
                </a:lnTo>
                <a:cubicBezTo>
                  <a:pt x="0" y="276701"/>
                  <a:pt x="16829" y="285863"/>
                  <a:pt x="50487" y="285863"/>
                </a:cubicBezTo>
                <a:close/>
              </a:path>
            </a:pathLst>
          </a:custGeom>
          <a:solidFill>
            <a:srgbClr val="FFFFFF"/>
          </a:solidFill>
          <a:ln w="9793" cap="flat">
            <a:solidFill>
              <a:srgbClr val="8A939E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9" name="任意多边形: 形状 198">
            <a:extLst>
              <a:ext uri="{FF2B5EF4-FFF2-40B4-BE49-F238E27FC236}">
                <a16:creationId xmlns:a16="http://schemas.microsoft.com/office/drawing/2014/main" id="{0DF637DA-A759-7683-1AD7-001878BCA008}"/>
              </a:ext>
            </a:extLst>
          </p:cNvPr>
          <p:cNvSpPr/>
          <p:nvPr/>
        </p:nvSpPr>
        <p:spPr>
          <a:xfrm>
            <a:off x="3448229" y="3837769"/>
            <a:ext cx="19864" cy="299536"/>
          </a:xfrm>
          <a:custGeom>
            <a:avLst/>
            <a:gdLst>
              <a:gd name="connsiteX0" fmla="*/ 0 w 19586"/>
              <a:gd name="connsiteY0" fmla="*/ 296858 h 296857"/>
              <a:gd name="connsiteX1" fmla="*/ 0 w 19586"/>
              <a:gd name="connsiteY1" fmla="*/ 0 h 296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96857">
                <a:moveTo>
                  <a:pt x="0" y="296858"/>
                </a:moveTo>
                <a:lnTo>
                  <a:pt x="0" y="0"/>
                </a:lnTo>
              </a:path>
            </a:pathLst>
          </a:custGeom>
          <a:noFill/>
          <a:ln w="10772" cap="sq">
            <a:solidFill>
              <a:srgbClr val="20242B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0" name="任意多边形: 形状 199">
            <a:extLst>
              <a:ext uri="{FF2B5EF4-FFF2-40B4-BE49-F238E27FC236}">
                <a16:creationId xmlns:a16="http://schemas.microsoft.com/office/drawing/2014/main" id="{3065E289-16FA-1E69-7117-A8241DA62B9B}"/>
              </a:ext>
            </a:extLst>
          </p:cNvPr>
          <p:cNvSpPr/>
          <p:nvPr/>
        </p:nvSpPr>
        <p:spPr>
          <a:xfrm>
            <a:off x="3524733" y="3865504"/>
            <a:ext cx="19864" cy="244066"/>
          </a:xfrm>
          <a:custGeom>
            <a:avLst/>
            <a:gdLst>
              <a:gd name="connsiteX0" fmla="*/ 0 w 19586"/>
              <a:gd name="connsiteY0" fmla="*/ 241884 h 241883"/>
              <a:gd name="connsiteX1" fmla="*/ 0 w 19586"/>
              <a:gd name="connsiteY1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3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1" name="任意多边形: 形状 200">
            <a:extLst>
              <a:ext uri="{FF2B5EF4-FFF2-40B4-BE49-F238E27FC236}">
                <a16:creationId xmlns:a16="http://schemas.microsoft.com/office/drawing/2014/main" id="{AC2969C2-4B87-79FA-6F1D-24DD7EB8882C}"/>
              </a:ext>
            </a:extLst>
          </p:cNvPr>
          <p:cNvSpPr/>
          <p:nvPr/>
        </p:nvSpPr>
        <p:spPr>
          <a:xfrm>
            <a:off x="3715992" y="3865504"/>
            <a:ext cx="19864" cy="244066"/>
          </a:xfrm>
          <a:custGeom>
            <a:avLst/>
            <a:gdLst>
              <a:gd name="connsiteX0" fmla="*/ 0 w 19586"/>
              <a:gd name="connsiteY0" fmla="*/ 241884 h 241883"/>
              <a:gd name="connsiteX1" fmla="*/ 0 w 19586"/>
              <a:gd name="connsiteY1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3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2" name="任意多边形: 形状 201">
            <a:extLst>
              <a:ext uri="{FF2B5EF4-FFF2-40B4-BE49-F238E27FC236}">
                <a16:creationId xmlns:a16="http://schemas.microsoft.com/office/drawing/2014/main" id="{02B240B0-8B00-8C45-63ED-AB07344D97DA}"/>
              </a:ext>
            </a:extLst>
          </p:cNvPr>
          <p:cNvSpPr/>
          <p:nvPr/>
        </p:nvSpPr>
        <p:spPr>
          <a:xfrm>
            <a:off x="3907253" y="3865504"/>
            <a:ext cx="19864" cy="244066"/>
          </a:xfrm>
          <a:custGeom>
            <a:avLst/>
            <a:gdLst>
              <a:gd name="connsiteX0" fmla="*/ 0 w 19586"/>
              <a:gd name="connsiteY0" fmla="*/ 241884 h 241883"/>
              <a:gd name="connsiteX1" fmla="*/ 0 w 19586"/>
              <a:gd name="connsiteY1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3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3" name="任意多边形: 形状 202">
            <a:extLst>
              <a:ext uri="{FF2B5EF4-FFF2-40B4-BE49-F238E27FC236}">
                <a16:creationId xmlns:a16="http://schemas.microsoft.com/office/drawing/2014/main" id="{A9101098-B54A-570A-D2B3-523BD77A85A4}"/>
              </a:ext>
            </a:extLst>
          </p:cNvPr>
          <p:cNvSpPr/>
          <p:nvPr/>
        </p:nvSpPr>
        <p:spPr>
          <a:xfrm>
            <a:off x="4098514" y="3865504"/>
            <a:ext cx="19864" cy="244066"/>
          </a:xfrm>
          <a:custGeom>
            <a:avLst/>
            <a:gdLst>
              <a:gd name="connsiteX0" fmla="*/ 0 w 19586"/>
              <a:gd name="connsiteY0" fmla="*/ 241884 h 241883"/>
              <a:gd name="connsiteX1" fmla="*/ 0 w 19586"/>
              <a:gd name="connsiteY1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3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" name="任意多边形: 形状 203">
            <a:extLst>
              <a:ext uri="{FF2B5EF4-FFF2-40B4-BE49-F238E27FC236}">
                <a16:creationId xmlns:a16="http://schemas.microsoft.com/office/drawing/2014/main" id="{EAC842E4-6F88-A171-4ACD-273A17F9AD5F}"/>
              </a:ext>
            </a:extLst>
          </p:cNvPr>
          <p:cNvSpPr/>
          <p:nvPr/>
        </p:nvSpPr>
        <p:spPr>
          <a:xfrm>
            <a:off x="4289774" y="3865504"/>
            <a:ext cx="19864" cy="244066"/>
          </a:xfrm>
          <a:custGeom>
            <a:avLst/>
            <a:gdLst>
              <a:gd name="connsiteX0" fmla="*/ 0 w 19586"/>
              <a:gd name="connsiteY0" fmla="*/ 241884 h 241883"/>
              <a:gd name="connsiteX1" fmla="*/ 0 w 19586"/>
              <a:gd name="connsiteY1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3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5" name="任意多边形: 形状 204">
            <a:extLst>
              <a:ext uri="{FF2B5EF4-FFF2-40B4-BE49-F238E27FC236}">
                <a16:creationId xmlns:a16="http://schemas.microsoft.com/office/drawing/2014/main" id="{54CB6414-F490-08C4-74F8-268A95F6679A}"/>
              </a:ext>
            </a:extLst>
          </p:cNvPr>
          <p:cNvSpPr/>
          <p:nvPr/>
        </p:nvSpPr>
        <p:spPr>
          <a:xfrm>
            <a:off x="4481035" y="3865504"/>
            <a:ext cx="19864" cy="244066"/>
          </a:xfrm>
          <a:custGeom>
            <a:avLst/>
            <a:gdLst>
              <a:gd name="connsiteX0" fmla="*/ 0 w 19586"/>
              <a:gd name="connsiteY0" fmla="*/ 241884 h 241883"/>
              <a:gd name="connsiteX1" fmla="*/ 0 w 19586"/>
              <a:gd name="connsiteY1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3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6" name="任意多边形: 形状 205">
            <a:extLst>
              <a:ext uri="{FF2B5EF4-FFF2-40B4-BE49-F238E27FC236}">
                <a16:creationId xmlns:a16="http://schemas.microsoft.com/office/drawing/2014/main" id="{E961B252-6AF3-0BCF-29CB-36179C075A24}"/>
              </a:ext>
            </a:extLst>
          </p:cNvPr>
          <p:cNvSpPr/>
          <p:nvPr/>
        </p:nvSpPr>
        <p:spPr>
          <a:xfrm>
            <a:off x="5062948" y="3837769"/>
            <a:ext cx="19864" cy="299536"/>
          </a:xfrm>
          <a:custGeom>
            <a:avLst/>
            <a:gdLst>
              <a:gd name="connsiteX0" fmla="*/ 0 w 19586"/>
              <a:gd name="connsiteY0" fmla="*/ 296858 h 296857"/>
              <a:gd name="connsiteX1" fmla="*/ 0 w 19586"/>
              <a:gd name="connsiteY1" fmla="*/ 0 h 296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96857">
                <a:moveTo>
                  <a:pt x="0" y="296858"/>
                </a:moveTo>
                <a:lnTo>
                  <a:pt x="0" y="0"/>
                </a:lnTo>
              </a:path>
            </a:pathLst>
          </a:custGeom>
          <a:noFill/>
          <a:ln w="10772" cap="sq">
            <a:solidFill>
              <a:srgbClr val="20242B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7" name="任意多边形: 形状 206">
            <a:extLst>
              <a:ext uri="{FF2B5EF4-FFF2-40B4-BE49-F238E27FC236}">
                <a16:creationId xmlns:a16="http://schemas.microsoft.com/office/drawing/2014/main" id="{4527AB73-F164-90B2-7089-67661E06DC9E}"/>
              </a:ext>
            </a:extLst>
          </p:cNvPr>
          <p:cNvSpPr/>
          <p:nvPr/>
        </p:nvSpPr>
        <p:spPr>
          <a:xfrm>
            <a:off x="4948192" y="3865504"/>
            <a:ext cx="19864" cy="244066"/>
          </a:xfrm>
          <a:custGeom>
            <a:avLst/>
            <a:gdLst>
              <a:gd name="connsiteX0" fmla="*/ 0 w 19586"/>
              <a:gd name="connsiteY0" fmla="*/ 241884 h 241883"/>
              <a:gd name="connsiteX1" fmla="*/ 0 w 19586"/>
              <a:gd name="connsiteY1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3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8" name="任意多边形: 形状 207">
            <a:extLst>
              <a:ext uri="{FF2B5EF4-FFF2-40B4-BE49-F238E27FC236}">
                <a16:creationId xmlns:a16="http://schemas.microsoft.com/office/drawing/2014/main" id="{2BE3316B-ED2E-0467-95DD-23F75A09DBD8}"/>
              </a:ext>
            </a:extLst>
          </p:cNvPr>
          <p:cNvSpPr/>
          <p:nvPr/>
        </p:nvSpPr>
        <p:spPr>
          <a:xfrm>
            <a:off x="5139453" y="3865504"/>
            <a:ext cx="19864" cy="244066"/>
          </a:xfrm>
          <a:custGeom>
            <a:avLst/>
            <a:gdLst>
              <a:gd name="connsiteX0" fmla="*/ 0 w 19586"/>
              <a:gd name="connsiteY0" fmla="*/ 241884 h 241883"/>
              <a:gd name="connsiteX1" fmla="*/ 0 w 19586"/>
              <a:gd name="connsiteY1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3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9" name="任意多边形: 形状 208">
            <a:extLst>
              <a:ext uri="{FF2B5EF4-FFF2-40B4-BE49-F238E27FC236}">
                <a16:creationId xmlns:a16="http://schemas.microsoft.com/office/drawing/2014/main" id="{11035198-D771-EE04-78B6-DBF3BF194623}"/>
              </a:ext>
            </a:extLst>
          </p:cNvPr>
          <p:cNvSpPr/>
          <p:nvPr/>
        </p:nvSpPr>
        <p:spPr>
          <a:xfrm>
            <a:off x="5330713" y="3865504"/>
            <a:ext cx="19864" cy="244066"/>
          </a:xfrm>
          <a:custGeom>
            <a:avLst/>
            <a:gdLst>
              <a:gd name="connsiteX0" fmla="*/ 0 w 19586"/>
              <a:gd name="connsiteY0" fmla="*/ 241884 h 241883"/>
              <a:gd name="connsiteX1" fmla="*/ 0 w 19586"/>
              <a:gd name="connsiteY1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3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0" name="任意多边形: 形状 209">
            <a:extLst>
              <a:ext uri="{FF2B5EF4-FFF2-40B4-BE49-F238E27FC236}">
                <a16:creationId xmlns:a16="http://schemas.microsoft.com/office/drawing/2014/main" id="{39ADB13E-693F-4119-DCA6-2A85B5FEED8C}"/>
              </a:ext>
            </a:extLst>
          </p:cNvPr>
          <p:cNvSpPr/>
          <p:nvPr/>
        </p:nvSpPr>
        <p:spPr>
          <a:xfrm>
            <a:off x="5521973" y="3865504"/>
            <a:ext cx="19864" cy="244066"/>
          </a:xfrm>
          <a:custGeom>
            <a:avLst/>
            <a:gdLst>
              <a:gd name="connsiteX0" fmla="*/ 0 w 19586"/>
              <a:gd name="connsiteY0" fmla="*/ 241884 h 241883"/>
              <a:gd name="connsiteX1" fmla="*/ 0 w 19586"/>
              <a:gd name="connsiteY1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3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1" name="任意多边形: 形状 210">
            <a:extLst>
              <a:ext uri="{FF2B5EF4-FFF2-40B4-BE49-F238E27FC236}">
                <a16:creationId xmlns:a16="http://schemas.microsoft.com/office/drawing/2014/main" id="{C232C4D8-EF25-139B-577D-7334B0B108C5}"/>
              </a:ext>
            </a:extLst>
          </p:cNvPr>
          <p:cNvSpPr/>
          <p:nvPr/>
        </p:nvSpPr>
        <p:spPr>
          <a:xfrm>
            <a:off x="5713234" y="3865504"/>
            <a:ext cx="19864" cy="244066"/>
          </a:xfrm>
          <a:custGeom>
            <a:avLst/>
            <a:gdLst>
              <a:gd name="connsiteX0" fmla="*/ 0 w 19586"/>
              <a:gd name="connsiteY0" fmla="*/ 241884 h 241883"/>
              <a:gd name="connsiteX1" fmla="*/ 0 w 19586"/>
              <a:gd name="connsiteY1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3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2" name="任意多边形: 形状 211">
            <a:extLst>
              <a:ext uri="{FF2B5EF4-FFF2-40B4-BE49-F238E27FC236}">
                <a16:creationId xmlns:a16="http://schemas.microsoft.com/office/drawing/2014/main" id="{FBF59D79-F0B0-9867-20D3-E4B6E3524E9E}"/>
              </a:ext>
            </a:extLst>
          </p:cNvPr>
          <p:cNvSpPr/>
          <p:nvPr/>
        </p:nvSpPr>
        <p:spPr>
          <a:xfrm>
            <a:off x="6065635" y="3837769"/>
            <a:ext cx="19864" cy="299536"/>
          </a:xfrm>
          <a:custGeom>
            <a:avLst/>
            <a:gdLst>
              <a:gd name="connsiteX0" fmla="*/ 0 w 19586"/>
              <a:gd name="connsiteY0" fmla="*/ 296858 h 296857"/>
              <a:gd name="connsiteX1" fmla="*/ 0 w 19586"/>
              <a:gd name="connsiteY1" fmla="*/ 0 h 296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96857">
                <a:moveTo>
                  <a:pt x="0" y="296858"/>
                </a:moveTo>
                <a:lnTo>
                  <a:pt x="0" y="0"/>
                </a:lnTo>
              </a:path>
            </a:pathLst>
          </a:custGeom>
          <a:noFill/>
          <a:ln w="10772" cap="sq">
            <a:solidFill>
              <a:srgbClr val="20242B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" name="任意多边形: 形状 212">
            <a:extLst>
              <a:ext uri="{FF2B5EF4-FFF2-40B4-BE49-F238E27FC236}">
                <a16:creationId xmlns:a16="http://schemas.microsoft.com/office/drawing/2014/main" id="{E318D8C2-6F7C-3B32-EC1E-5DC4FAFB69AF}"/>
              </a:ext>
            </a:extLst>
          </p:cNvPr>
          <p:cNvSpPr/>
          <p:nvPr/>
        </p:nvSpPr>
        <p:spPr>
          <a:xfrm>
            <a:off x="6065635" y="3865504"/>
            <a:ext cx="19864" cy="244066"/>
          </a:xfrm>
          <a:custGeom>
            <a:avLst/>
            <a:gdLst>
              <a:gd name="connsiteX0" fmla="*/ 0 w 19586"/>
              <a:gd name="connsiteY0" fmla="*/ 241884 h 241883"/>
              <a:gd name="connsiteX1" fmla="*/ 0 w 19586"/>
              <a:gd name="connsiteY1" fmla="*/ 0 h 24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6" h="241883">
                <a:moveTo>
                  <a:pt x="0" y="241884"/>
                </a:moveTo>
                <a:lnTo>
                  <a:pt x="0" y="0"/>
                </a:lnTo>
              </a:path>
            </a:pathLst>
          </a:custGeom>
          <a:noFill/>
          <a:ln w="6855" cap="sq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" name="任意多边形: 形状 213">
            <a:extLst>
              <a:ext uri="{FF2B5EF4-FFF2-40B4-BE49-F238E27FC236}">
                <a16:creationId xmlns:a16="http://schemas.microsoft.com/office/drawing/2014/main" id="{9EF9D0DC-8D01-239B-83FF-7694FF0015BF}"/>
              </a:ext>
            </a:extLst>
          </p:cNvPr>
          <p:cNvSpPr/>
          <p:nvPr/>
        </p:nvSpPr>
        <p:spPr>
          <a:xfrm>
            <a:off x="2432290" y="3206801"/>
            <a:ext cx="675886" cy="288442"/>
          </a:xfrm>
          <a:custGeom>
            <a:avLst/>
            <a:gdLst>
              <a:gd name="connsiteX0" fmla="*/ 50487 w 666424"/>
              <a:gd name="connsiteY0" fmla="*/ 285863 h 285862"/>
              <a:gd name="connsiteX1" fmla="*/ 615938 w 666424"/>
              <a:gd name="connsiteY1" fmla="*/ 285863 h 285862"/>
              <a:gd name="connsiteX2" fmla="*/ 666425 w 666424"/>
              <a:gd name="connsiteY2" fmla="*/ 258376 h 285862"/>
              <a:gd name="connsiteX3" fmla="*/ 666425 w 666424"/>
              <a:gd name="connsiteY3" fmla="*/ 27487 h 285862"/>
              <a:gd name="connsiteX4" fmla="*/ 615938 w 666424"/>
              <a:gd name="connsiteY4" fmla="*/ 0 h 285862"/>
              <a:gd name="connsiteX5" fmla="*/ 50487 w 666424"/>
              <a:gd name="connsiteY5" fmla="*/ 0 h 285862"/>
              <a:gd name="connsiteX6" fmla="*/ 0 w 666424"/>
              <a:gd name="connsiteY6" fmla="*/ 27487 h 285862"/>
              <a:gd name="connsiteX7" fmla="*/ 0 w 666424"/>
              <a:gd name="connsiteY7" fmla="*/ 258376 h 285862"/>
              <a:gd name="connsiteX8" fmla="*/ 50487 w 666424"/>
              <a:gd name="connsiteY8" fmla="*/ 285863 h 285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66424" h="285862">
                <a:moveTo>
                  <a:pt x="50487" y="285863"/>
                </a:moveTo>
                <a:lnTo>
                  <a:pt x="615938" y="285863"/>
                </a:lnTo>
                <a:cubicBezTo>
                  <a:pt x="649596" y="285863"/>
                  <a:pt x="666425" y="276701"/>
                  <a:pt x="666425" y="258376"/>
                </a:cubicBezTo>
                <a:lnTo>
                  <a:pt x="666425" y="27487"/>
                </a:lnTo>
                <a:cubicBezTo>
                  <a:pt x="666425" y="9162"/>
                  <a:pt x="649596" y="0"/>
                  <a:pt x="615938" y="0"/>
                </a:cubicBezTo>
                <a:lnTo>
                  <a:pt x="50487" y="0"/>
                </a:lnTo>
                <a:cubicBezTo>
                  <a:pt x="16829" y="0"/>
                  <a:pt x="0" y="9162"/>
                  <a:pt x="0" y="27487"/>
                </a:cubicBezTo>
                <a:lnTo>
                  <a:pt x="0" y="258376"/>
                </a:lnTo>
                <a:cubicBezTo>
                  <a:pt x="0" y="276701"/>
                  <a:pt x="16829" y="285863"/>
                  <a:pt x="50487" y="285863"/>
                </a:cubicBezTo>
                <a:close/>
              </a:path>
            </a:pathLst>
          </a:custGeom>
          <a:solidFill>
            <a:srgbClr val="FFFFFF"/>
          </a:solidFill>
          <a:ln w="9793" cap="flat">
            <a:solidFill>
              <a:srgbClr val="8A939E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5" name="图形 4">
            <a:extLst>
              <a:ext uri="{FF2B5EF4-FFF2-40B4-BE49-F238E27FC236}">
                <a16:creationId xmlns:a16="http://schemas.microsoft.com/office/drawing/2014/main" id="{8DE683B8-D1D2-41D7-8418-F48356841F69}"/>
              </a:ext>
            </a:extLst>
          </p:cNvPr>
          <p:cNvGrpSpPr/>
          <p:nvPr/>
        </p:nvGrpSpPr>
        <p:grpSpPr>
          <a:xfrm>
            <a:off x="588961" y="157018"/>
            <a:ext cx="7658997" cy="3406944"/>
            <a:chOff x="237980" y="0"/>
            <a:chExt cx="7551771" cy="3376476"/>
          </a:xfrm>
        </p:grpSpPr>
        <p:sp>
          <p:nvSpPr>
            <p:cNvPr id="216" name="任意多边形: 形状 215">
              <a:extLst>
                <a:ext uri="{FF2B5EF4-FFF2-40B4-BE49-F238E27FC236}">
                  <a16:creationId xmlns:a16="http://schemas.microsoft.com/office/drawing/2014/main" id="{52C91F75-361B-27E7-4AB2-869C9E7BC369}"/>
                </a:ext>
              </a:extLst>
            </p:cNvPr>
            <p:cNvSpPr/>
            <p:nvPr/>
          </p:nvSpPr>
          <p:spPr>
            <a:xfrm>
              <a:off x="237980" y="0"/>
              <a:ext cx="19586" cy="19615"/>
            </a:xfrm>
            <a:custGeom>
              <a:avLst/>
              <a:gdLst/>
              <a:ahLst/>
              <a:cxnLst/>
              <a:rect l="l" t="t" r="r" b="b"/>
              <a:pathLst>
                <a:path w="19586" h="19615"/>
              </a:pathLst>
            </a:custGeom>
            <a:noFill/>
            <a:ln w="29378" cap="sq">
              <a:solidFill>
                <a:srgbClr val="B6434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任意多边形: 形状 216">
              <a:extLst>
                <a:ext uri="{FF2B5EF4-FFF2-40B4-BE49-F238E27FC236}">
                  <a16:creationId xmlns:a16="http://schemas.microsoft.com/office/drawing/2014/main" id="{E33746D8-6A79-986F-CFFF-57E33E1CC338}"/>
                </a:ext>
              </a:extLst>
            </p:cNvPr>
            <p:cNvSpPr/>
            <p:nvPr/>
          </p:nvSpPr>
          <p:spPr>
            <a:xfrm>
              <a:off x="7738826" y="3325477"/>
              <a:ext cx="50925" cy="50999"/>
            </a:xfrm>
            <a:custGeom>
              <a:avLst/>
              <a:gdLst>
                <a:gd name="connsiteX0" fmla="*/ 25847 w 50925"/>
                <a:gd name="connsiteY0" fmla="*/ 51170 h 50999"/>
                <a:gd name="connsiteX1" fmla="*/ 51310 w 50925"/>
                <a:gd name="connsiteY1" fmla="*/ 171 h 50999"/>
                <a:gd name="connsiteX2" fmla="*/ 384 w 50925"/>
                <a:gd name="connsiteY2" fmla="*/ 171 h 50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925" h="50999">
                  <a:moveTo>
                    <a:pt x="25847" y="51170"/>
                  </a:moveTo>
                  <a:lnTo>
                    <a:pt x="51310" y="171"/>
                  </a:lnTo>
                  <a:lnTo>
                    <a:pt x="384" y="171"/>
                  </a:lnTo>
                  <a:close/>
                </a:path>
              </a:pathLst>
            </a:custGeom>
            <a:solidFill>
              <a:srgbClr val="B64342"/>
            </a:solidFill>
            <a:ln w="19585" cap="flat">
              <a:solidFill>
                <a:srgbClr val="B6434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8" name="文本框 217">
            <a:extLst>
              <a:ext uri="{FF2B5EF4-FFF2-40B4-BE49-F238E27FC236}">
                <a16:creationId xmlns:a16="http://schemas.microsoft.com/office/drawing/2014/main" id="{B940B740-889D-6D98-D2DE-453FD384A712}"/>
              </a:ext>
            </a:extLst>
          </p:cNvPr>
          <p:cNvSpPr txBox="1"/>
          <p:nvPr/>
        </p:nvSpPr>
        <p:spPr>
          <a:xfrm>
            <a:off x="7811558" y="3307782"/>
            <a:ext cx="103105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B643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task B arrives</a:t>
            </a:r>
          </a:p>
        </p:txBody>
      </p:sp>
      <p:grpSp>
        <p:nvGrpSpPr>
          <p:cNvPr id="219" name="图形 4">
            <a:extLst>
              <a:ext uri="{FF2B5EF4-FFF2-40B4-BE49-F238E27FC236}">
                <a16:creationId xmlns:a16="http://schemas.microsoft.com/office/drawing/2014/main" id="{C78C9338-5353-DBE7-ADAF-8C6C0E98C348}"/>
              </a:ext>
            </a:extLst>
          </p:cNvPr>
          <p:cNvGrpSpPr/>
          <p:nvPr/>
        </p:nvGrpSpPr>
        <p:grpSpPr>
          <a:xfrm>
            <a:off x="2388297" y="1822085"/>
            <a:ext cx="827471" cy="365205"/>
            <a:chOff x="2082249" y="1650178"/>
            <a:chExt cx="815886" cy="361939"/>
          </a:xfrm>
          <a:solidFill>
            <a:srgbClr val="20242B"/>
          </a:solidFill>
        </p:grpSpPr>
        <p:sp>
          <p:nvSpPr>
            <p:cNvPr id="220" name="文本框 219">
              <a:extLst>
                <a:ext uri="{FF2B5EF4-FFF2-40B4-BE49-F238E27FC236}">
                  <a16:creationId xmlns:a16="http://schemas.microsoft.com/office/drawing/2014/main" id="{BDB3E9CA-E826-E18B-D64E-28357B973899}"/>
                </a:ext>
              </a:extLst>
            </p:cNvPr>
            <p:cNvSpPr txBox="1"/>
            <p:nvPr/>
          </p:nvSpPr>
          <p:spPr>
            <a:xfrm>
              <a:off x="2082249" y="1650178"/>
              <a:ext cx="815886" cy="2516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spc="0" baseline="0">
                  <a:ln/>
                  <a:solidFill>
                    <a:srgbClr val="20242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  <a:rtl val="0"/>
                </a:rPr>
                <a:t>226 Mbps</a:t>
              </a:r>
            </a:p>
          </p:txBody>
        </p:sp>
        <p:sp>
          <p:nvSpPr>
            <p:cNvPr id="221" name="文本框 220">
              <a:extLst>
                <a:ext uri="{FF2B5EF4-FFF2-40B4-BE49-F238E27FC236}">
                  <a16:creationId xmlns:a16="http://schemas.microsoft.com/office/drawing/2014/main" id="{E7B9F0A1-FB1C-ACA5-A70D-4E8E9B795838}"/>
                </a:ext>
              </a:extLst>
            </p:cNvPr>
            <p:cNvSpPr txBox="1"/>
            <p:nvPr/>
          </p:nvSpPr>
          <p:spPr>
            <a:xfrm>
              <a:off x="2191169" y="1760472"/>
              <a:ext cx="485549" cy="2516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spc="0" baseline="0" dirty="0">
                  <a:ln/>
                  <a:solidFill>
                    <a:srgbClr val="20242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  <a:rtl val="0"/>
                </a:rPr>
                <a:t>1 ms</a:t>
              </a:r>
            </a:p>
          </p:txBody>
        </p:sp>
      </p:grpSp>
      <p:grpSp>
        <p:nvGrpSpPr>
          <p:cNvPr id="222" name="图形 4">
            <a:extLst>
              <a:ext uri="{FF2B5EF4-FFF2-40B4-BE49-F238E27FC236}">
                <a16:creationId xmlns:a16="http://schemas.microsoft.com/office/drawing/2014/main" id="{FC1D0432-7997-9186-3E77-CE3735A1C96D}"/>
              </a:ext>
            </a:extLst>
          </p:cNvPr>
          <p:cNvGrpSpPr/>
          <p:nvPr/>
        </p:nvGrpSpPr>
        <p:grpSpPr>
          <a:xfrm>
            <a:off x="2388297" y="2595886"/>
            <a:ext cx="827471" cy="365205"/>
            <a:chOff x="2082249" y="2417060"/>
            <a:chExt cx="815886" cy="361939"/>
          </a:xfrm>
          <a:solidFill>
            <a:srgbClr val="20242B"/>
          </a:solidFill>
        </p:grpSpPr>
        <p:sp>
          <p:nvSpPr>
            <p:cNvPr id="223" name="文本框 222">
              <a:extLst>
                <a:ext uri="{FF2B5EF4-FFF2-40B4-BE49-F238E27FC236}">
                  <a16:creationId xmlns:a16="http://schemas.microsoft.com/office/drawing/2014/main" id="{3131B5BB-4BFB-AAD3-22CD-FB2EF8F4C386}"/>
                </a:ext>
              </a:extLst>
            </p:cNvPr>
            <p:cNvSpPr txBox="1"/>
            <p:nvPr/>
          </p:nvSpPr>
          <p:spPr>
            <a:xfrm>
              <a:off x="2082249" y="2417060"/>
              <a:ext cx="815886" cy="2516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spc="0" baseline="0">
                  <a:ln/>
                  <a:solidFill>
                    <a:srgbClr val="20242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  <a:rtl val="0"/>
                </a:rPr>
                <a:t>147 Mbps</a:t>
              </a:r>
            </a:p>
          </p:txBody>
        </p:sp>
        <p:sp>
          <p:nvSpPr>
            <p:cNvPr id="224" name="文本框 223">
              <a:extLst>
                <a:ext uri="{FF2B5EF4-FFF2-40B4-BE49-F238E27FC236}">
                  <a16:creationId xmlns:a16="http://schemas.microsoft.com/office/drawing/2014/main" id="{3CB27ABE-D3CA-6F1C-461B-4D34522E40D5}"/>
                </a:ext>
              </a:extLst>
            </p:cNvPr>
            <p:cNvSpPr txBox="1"/>
            <p:nvPr/>
          </p:nvSpPr>
          <p:spPr>
            <a:xfrm>
              <a:off x="2191169" y="2527354"/>
              <a:ext cx="485549" cy="2516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spc="0" baseline="0" dirty="0">
                  <a:ln/>
                  <a:solidFill>
                    <a:srgbClr val="20242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  <a:rtl val="0"/>
                </a:rPr>
                <a:t>8 ms</a:t>
              </a:r>
            </a:p>
          </p:txBody>
        </p:sp>
      </p:grpSp>
      <p:grpSp>
        <p:nvGrpSpPr>
          <p:cNvPr id="225" name="图形 4">
            <a:extLst>
              <a:ext uri="{FF2B5EF4-FFF2-40B4-BE49-F238E27FC236}">
                <a16:creationId xmlns:a16="http://schemas.microsoft.com/office/drawing/2014/main" id="{0A542F3F-612D-7607-839A-358433B04810}"/>
              </a:ext>
            </a:extLst>
          </p:cNvPr>
          <p:cNvGrpSpPr/>
          <p:nvPr/>
        </p:nvGrpSpPr>
        <p:grpSpPr>
          <a:xfrm>
            <a:off x="2388297" y="3195327"/>
            <a:ext cx="827471" cy="359110"/>
            <a:chOff x="2082249" y="3003073"/>
            <a:chExt cx="815886" cy="355897"/>
          </a:xfrm>
          <a:solidFill>
            <a:srgbClr val="20242B"/>
          </a:solidFill>
        </p:grpSpPr>
        <p:sp>
          <p:nvSpPr>
            <p:cNvPr id="226" name="文本框 225">
              <a:extLst>
                <a:ext uri="{FF2B5EF4-FFF2-40B4-BE49-F238E27FC236}">
                  <a16:creationId xmlns:a16="http://schemas.microsoft.com/office/drawing/2014/main" id="{DF00241F-58AF-7D73-FD85-C3987726DE13}"/>
                </a:ext>
              </a:extLst>
            </p:cNvPr>
            <p:cNvSpPr txBox="1"/>
            <p:nvPr/>
          </p:nvSpPr>
          <p:spPr>
            <a:xfrm>
              <a:off x="2082249" y="3003073"/>
              <a:ext cx="815886" cy="2516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spc="0" baseline="0">
                  <a:ln/>
                  <a:solidFill>
                    <a:srgbClr val="20242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  <a:rtl val="0"/>
                </a:rPr>
                <a:t>107 Mbps</a:t>
              </a:r>
            </a:p>
          </p:txBody>
        </p:sp>
        <p:sp>
          <p:nvSpPr>
            <p:cNvPr id="227" name="文本框 226">
              <a:extLst>
                <a:ext uri="{FF2B5EF4-FFF2-40B4-BE49-F238E27FC236}">
                  <a16:creationId xmlns:a16="http://schemas.microsoft.com/office/drawing/2014/main" id="{5A67ED9D-25D5-D9B4-803A-9E9DBE03F7A1}"/>
                </a:ext>
              </a:extLst>
            </p:cNvPr>
            <p:cNvSpPr txBox="1"/>
            <p:nvPr/>
          </p:nvSpPr>
          <p:spPr>
            <a:xfrm>
              <a:off x="2163939" y="3107326"/>
              <a:ext cx="562996" cy="2516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spc="0" baseline="0" dirty="0">
                  <a:ln/>
                  <a:solidFill>
                    <a:srgbClr val="20242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  <a:rtl val="0"/>
                </a:rPr>
                <a:t>40 ms</a:t>
              </a:r>
            </a:p>
          </p:txBody>
        </p:sp>
      </p:grpSp>
      <p:grpSp>
        <p:nvGrpSpPr>
          <p:cNvPr id="490" name="组合 489">
            <a:extLst>
              <a:ext uri="{FF2B5EF4-FFF2-40B4-BE49-F238E27FC236}">
                <a16:creationId xmlns:a16="http://schemas.microsoft.com/office/drawing/2014/main" id="{E0041BF7-CF00-DF19-FC05-6BE21DA56A75}"/>
              </a:ext>
            </a:extLst>
          </p:cNvPr>
          <p:cNvGrpSpPr/>
          <p:nvPr/>
        </p:nvGrpSpPr>
        <p:grpSpPr>
          <a:xfrm>
            <a:off x="1203978" y="5421241"/>
            <a:ext cx="2672787" cy="276999"/>
            <a:chOff x="1925338" y="5421241"/>
            <a:chExt cx="2672787" cy="276999"/>
          </a:xfrm>
        </p:grpSpPr>
        <p:sp>
          <p:nvSpPr>
            <p:cNvPr id="231" name="任意多边形: 形状 230">
              <a:extLst>
                <a:ext uri="{FF2B5EF4-FFF2-40B4-BE49-F238E27FC236}">
                  <a16:creationId xmlns:a16="http://schemas.microsoft.com/office/drawing/2014/main" id="{BEE659D7-93A3-01C6-D9F8-934DF7AFA717}"/>
                </a:ext>
              </a:extLst>
            </p:cNvPr>
            <p:cNvSpPr/>
            <p:nvPr/>
          </p:nvSpPr>
          <p:spPr>
            <a:xfrm>
              <a:off x="1925338" y="5525014"/>
              <a:ext cx="193035" cy="120251"/>
            </a:xfrm>
            <a:custGeom>
              <a:avLst/>
              <a:gdLst>
                <a:gd name="connsiteX0" fmla="*/ 0 w 164528"/>
                <a:gd name="connsiteY0" fmla="*/ 84032 h 84031"/>
                <a:gd name="connsiteX1" fmla="*/ 164528 w 164528"/>
                <a:gd name="connsiteY1" fmla="*/ 84032 h 84031"/>
                <a:gd name="connsiteX2" fmla="*/ 164528 w 164528"/>
                <a:gd name="connsiteY2" fmla="*/ 0 h 84031"/>
                <a:gd name="connsiteX3" fmla="*/ 0 w 164528"/>
                <a:gd name="connsiteY3" fmla="*/ 0 h 8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4528" h="84031">
                  <a:moveTo>
                    <a:pt x="0" y="84032"/>
                  </a:moveTo>
                  <a:lnTo>
                    <a:pt x="164528" y="84032"/>
                  </a:lnTo>
                  <a:lnTo>
                    <a:pt x="1645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8A2E"/>
            </a:solidFill>
            <a:ln w="19585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文本框 231">
              <a:extLst>
                <a:ext uri="{FF2B5EF4-FFF2-40B4-BE49-F238E27FC236}">
                  <a16:creationId xmlns:a16="http://schemas.microsoft.com/office/drawing/2014/main" id="{F9167268-2D73-E404-F5C3-6B3432EA0AA1}"/>
                </a:ext>
              </a:extLst>
            </p:cNvPr>
            <p:cNvSpPr txBox="1"/>
            <p:nvPr/>
          </p:nvSpPr>
          <p:spPr>
            <a:xfrm>
              <a:off x="2157713" y="5421241"/>
              <a:ext cx="2440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 dirty="0">
                  <a:ln/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  <a:rtl val="0"/>
                </a:rPr>
                <a:t>pinned by QoS (leading layers)</a:t>
              </a:r>
            </a:p>
          </p:txBody>
        </p:sp>
      </p:grpSp>
      <p:grpSp>
        <p:nvGrpSpPr>
          <p:cNvPr id="489" name="组合 488">
            <a:extLst>
              <a:ext uri="{FF2B5EF4-FFF2-40B4-BE49-F238E27FC236}">
                <a16:creationId xmlns:a16="http://schemas.microsoft.com/office/drawing/2014/main" id="{ADEB5B7D-8CD7-59A1-ACFC-04DE15B74B65}"/>
              </a:ext>
            </a:extLst>
          </p:cNvPr>
          <p:cNvGrpSpPr/>
          <p:nvPr/>
        </p:nvGrpSpPr>
        <p:grpSpPr>
          <a:xfrm>
            <a:off x="6639426" y="5415034"/>
            <a:ext cx="1867819" cy="276999"/>
            <a:chOff x="1725168" y="5647288"/>
            <a:chExt cx="1867819" cy="276999"/>
          </a:xfrm>
        </p:grpSpPr>
        <p:sp>
          <p:nvSpPr>
            <p:cNvPr id="233" name="任意多边形: 形状 232">
              <a:extLst>
                <a:ext uri="{FF2B5EF4-FFF2-40B4-BE49-F238E27FC236}">
                  <a16:creationId xmlns:a16="http://schemas.microsoft.com/office/drawing/2014/main" id="{296CA1AE-3C58-BD24-BAFA-A3004E451B65}"/>
                </a:ext>
              </a:extLst>
            </p:cNvPr>
            <p:cNvSpPr/>
            <p:nvPr/>
          </p:nvSpPr>
          <p:spPr>
            <a:xfrm>
              <a:off x="1725168" y="5726123"/>
              <a:ext cx="193035" cy="120251"/>
            </a:xfrm>
            <a:custGeom>
              <a:avLst/>
              <a:gdLst>
                <a:gd name="connsiteX0" fmla="*/ 0 w 164528"/>
                <a:gd name="connsiteY0" fmla="*/ 84032 h 84031"/>
                <a:gd name="connsiteX1" fmla="*/ 164528 w 164528"/>
                <a:gd name="connsiteY1" fmla="*/ 84032 h 84031"/>
                <a:gd name="connsiteX2" fmla="*/ 164528 w 164528"/>
                <a:gd name="connsiteY2" fmla="*/ 0 h 84031"/>
                <a:gd name="connsiteX3" fmla="*/ 0 w 164528"/>
                <a:gd name="connsiteY3" fmla="*/ 0 h 8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4528" h="84031">
                  <a:moveTo>
                    <a:pt x="0" y="84032"/>
                  </a:moveTo>
                  <a:lnTo>
                    <a:pt x="164528" y="84032"/>
                  </a:lnTo>
                  <a:lnTo>
                    <a:pt x="1645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558E"/>
            </a:solidFill>
            <a:ln w="19585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4" name="文本框 233">
              <a:extLst>
                <a:ext uri="{FF2B5EF4-FFF2-40B4-BE49-F238E27FC236}">
                  <a16:creationId xmlns:a16="http://schemas.microsoft.com/office/drawing/2014/main" id="{ED77CC5C-ACC3-6856-41ED-0AC78DDACD89}"/>
                </a:ext>
              </a:extLst>
            </p:cNvPr>
            <p:cNvSpPr txBox="1"/>
            <p:nvPr/>
          </p:nvSpPr>
          <p:spPr>
            <a:xfrm>
              <a:off x="1913873" y="5647288"/>
              <a:ext cx="16791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 dirty="0">
                  <a:ln/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  <a:rtl val="0"/>
                </a:rPr>
                <a:t>resident, unloadable</a:t>
              </a:r>
            </a:p>
          </p:txBody>
        </p:sp>
      </p:grpSp>
      <p:sp>
        <p:nvSpPr>
          <p:cNvPr id="235" name="任意多边形: 形状 234">
            <a:extLst>
              <a:ext uri="{FF2B5EF4-FFF2-40B4-BE49-F238E27FC236}">
                <a16:creationId xmlns:a16="http://schemas.microsoft.com/office/drawing/2014/main" id="{B89F6B6A-30F6-72D6-EA65-687A5F69F182}"/>
              </a:ext>
            </a:extLst>
          </p:cNvPr>
          <p:cNvSpPr/>
          <p:nvPr/>
        </p:nvSpPr>
        <p:spPr>
          <a:xfrm>
            <a:off x="3968124" y="5512268"/>
            <a:ext cx="193035" cy="120251"/>
          </a:xfrm>
          <a:custGeom>
            <a:avLst/>
            <a:gdLst>
              <a:gd name="connsiteX0" fmla="*/ 0 w 164528"/>
              <a:gd name="connsiteY0" fmla="*/ 84032 h 84031"/>
              <a:gd name="connsiteX1" fmla="*/ 164528 w 164528"/>
              <a:gd name="connsiteY1" fmla="*/ 84032 h 84031"/>
              <a:gd name="connsiteX2" fmla="*/ 164528 w 164528"/>
              <a:gd name="connsiteY2" fmla="*/ 0 h 84031"/>
              <a:gd name="connsiteX3" fmla="*/ 0 w 164528"/>
              <a:gd name="connsiteY3" fmla="*/ 0 h 84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528" h="84031">
                <a:moveTo>
                  <a:pt x="0" y="84032"/>
                </a:moveTo>
                <a:lnTo>
                  <a:pt x="164528" y="84032"/>
                </a:lnTo>
                <a:lnTo>
                  <a:pt x="164528" y="0"/>
                </a:lnTo>
                <a:lnTo>
                  <a:pt x="0" y="0"/>
                </a:lnTo>
                <a:close/>
              </a:path>
            </a:pathLst>
          </a:custGeom>
          <a:solidFill>
            <a:srgbClr val="E6EAEE"/>
          </a:solidFill>
          <a:ln w="8813" cap="flat">
            <a:solidFill>
              <a:srgbClr val="8A939E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4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6" name="文本框 235">
            <a:extLst>
              <a:ext uri="{FF2B5EF4-FFF2-40B4-BE49-F238E27FC236}">
                <a16:creationId xmlns:a16="http://schemas.microsoft.com/office/drawing/2014/main" id="{143045D4-C231-4470-8787-AF0E117C4A6D}"/>
              </a:ext>
            </a:extLst>
          </p:cNvPr>
          <p:cNvSpPr txBox="1"/>
          <p:nvPr/>
        </p:nvSpPr>
        <p:spPr>
          <a:xfrm>
            <a:off x="4156828" y="5421241"/>
            <a:ext cx="23117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 dirty="0">
                <a:ln/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  <a:rtl val="0"/>
              </a:rPr>
              <a:t>unloaded, reload on demand</a:t>
            </a:r>
          </a:p>
        </p:txBody>
      </p:sp>
      <p:cxnSp>
        <p:nvCxnSpPr>
          <p:cNvPr id="483" name="直接箭头连接符 482">
            <a:extLst>
              <a:ext uri="{FF2B5EF4-FFF2-40B4-BE49-F238E27FC236}">
                <a16:creationId xmlns:a16="http://schemas.microsoft.com/office/drawing/2014/main" id="{82555F94-25AC-9C9E-D636-0130570391B6}"/>
              </a:ext>
            </a:extLst>
          </p:cNvPr>
          <p:cNvCxnSpPr>
            <a:cxnSpLocks/>
          </p:cNvCxnSpPr>
          <p:nvPr/>
        </p:nvCxnSpPr>
        <p:spPr>
          <a:xfrm>
            <a:off x="7439871" y="4861393"/>
            <a:ext cx="0" cy="191032"/>
          </a:xfrm>
          <a:prstGeom prst="straightConnector1">
            <a:avLst/>
          </a:prstGeom>
          <a:ln w="9525">
            <a:prstDash val="sys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86" name="直接箭头连接符 485">
            <a:extLst>
              <a:ext uri="{FF2B5EF4-FFF2-40B4-BE49-F238E27FC236}">
                <a16:creationId xmlns:a16="http://schemas.microsoft.com/office/drawing/2014/main" id="{1F6CCE81-CA4B-7551-D394-3EB5C977EA5F}"/>
              </a:ext>
            </a:extLst>
          </p:cNvPr>
          <p:cNvCxnSpPr>
            <a:cxnSpLocks/>
          </p:cNvCxnSpPr>
          <p:nvPr/>
        </p:nvCxnSpPr>
        <p:spPr>
          <a:xfrm>
            <a:off x="8697171" y="4861393"/>
            <a:ext cx="0" cy="191032"/>
          </a:xfrm>
          <a:prstGeom prst="straightConnector1">
            <a:avLst/>
          </a:prstGeom>
          <a:ln w="9525">
            <a:prstDash val="sys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87" name="直接箭头连接符 486">
            <a:extLst>
              <a:ext uri="{FF2B5EF4-FFF2-40B4-BE49-F238E27FC236}">
                <a16:creationId xmlns:a16="http://schemas.microsoft.com/office/drawing/2014/main" id="{54B0691B-A1FE-9587-64DB-CFCF8B49BB1E}"/>
              </a:ext>
            </a:extLst>
          </p:cNvPr>
          <p:cNvCxnSpPr>
            <a:cxnSpLocks/>
          </p:cNvCxnSpPr>
          <p:nvPr/>
        </p:nvCxnSpPr>
        <p:spPr>
          <a:xfrm>
            <a:off x="9973521" y="4861393"/>
            <a:ext cx="0" cy="191032"/>
          </a:xfrm>
          <a:prstGeom prst="straightConnector1">
            <a:avLst/>
          </a:prstGeom>
          <a:ln w="9525">
            <a:prstDash val="sys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4130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7867EF3-1C54-2F72-718F-012D658327BB}"/>
              </a:ext>
            </a:extLst>
          </p:cNvPr>
          <p:cNvGrpSpPr/>
          <p:nvPr/>
        </p:nvGrpSpPr>
        <p:grpSpPr>
          <a:xfrm>
            <a:off x="380117" y="505778"/>
            <a:ext cx="3816424" cy="2570668"/>
            <a:chOff x="3215680" y="1318578"/>
            <a:chExt cx="3816424" cy="2570668"/>
          </a:xfrm>
        </p:grpSpPr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DDD2544A-A878-327A-8EC3-D5A90F782B59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 flipV="1">
              <a:off x="3243770" y="1430804"/>
              <a:ext cx="3348611" cy="1441714"/>
            </a:xfrm>
            <a:custGeom>
              <a:avLst/>
              <a:gdLst>
                <a:gd name="connsiteX0" fmla="*/ 0 w 6692778"/>
                <a:gd name="connsiteY0" fmla="*/ 0 h 1104900"/>
                <a:gd name="connsiteX1" fmla="*/ 6692778 w 6692778"/>
                <a:gd name="connsiteY1" fmla="*/ 0 h 1104900"/>
                <a:gd name="connsiteX2" fmla="*/ 6692778 w 6692778"/>
                <a:gd name="connsiteY2" fmla="*/ 30175 h 1104900"/>
                <a:gd name="connsiteX3" fmla="*/ 6680107 w 6692778"/>
                <a:gd name="connsiteY3" fmla="*/ 112970 h 1104900"/>
                <a:gd name="connsiteX4" fmla="*/ 3348698 w 6692778"/>
                <a:gd name="connsiteY4" fmla="*/ 1104900 h 1104900"/>
                <a:gd name="connsiteX5" fmla="*/ 0 w 6692778"/>
                <a:gd name="connsiteY5" fmla="*/ 0 h 110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92778" h="1104900">
                  <a:moveTo>
                    <a:pt x="0" y="0"/>
                  </a:moveTo>
                  <a:lnTo>
                    <a:pt x="6692778" y="0"/>
                  </a:lnTo>
                  <a:lnTo>
                    <a:pt x="6692778" y="30175"/>
                  </a:lnTo>
                  <a:lnTo>
                    <a:pt x="6680107" y="112970"/>
                  </a:lnTo>
                  <a:cubicBezTo>
                    <a:pt x="6508620" y="670122"/>
                    <a:pt x="5082544" y="1104900"/>
                    <a:pt x="3348698" y="1104900"/>
                  </a:cubicBezTo>
                  <a:cubicBezTo>
                    <a:pt x="1499263" y="1104900"/>
                    <a:pt x="0" y="610219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00" dirty="0"/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A3770FB9-88C7-B5F3-1A56-131F2D9E335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215680" y="2248435"/>
              <a:ext cx="3816424" cy="1640811"/>
            </a:xfrm>
            <a:prstGeom prst="ellipse">
              <a:avLst/>
            </a:prstGeom>
            <a:solidFill>
              <a:srgbClr val="C4D9D0"/>
            </a:solidFill>
            <a:effectLst>
              <a:outerShdw blurRad="50800" dist="38100" dir="42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rgbClr val="FFFFFF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4501E303-CD17-7A7D-B24F-278F94BC5EF6}"/>
                </a:ext>
              </a:extLst>
            </p:cNvPr>
            <p:cNvCxnSpPr/>
            <p:nvPr>
              <p:custDataLst>
                <p:tags r:id="rId3"/>
              </p:custDataLst>
            </p:nvPr>
          </p:nvCxnSpPr>
          <p:spPr>
            <a:xfrm flipH="1" flipV="1">
              <a:off x="3978946" y="1557254"/>
              <a:ext cx="13398" cy="8613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B947F7E6-FE50-4B3E-6605-87F801EF324A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>
            <a:xfrm flipV="1">
              <a:off x="3990461" y="2418568"/>
              <a:ext cx="2279149" cy="9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1DE0EA96-8F49-51FE-A0BE-33EDC7446B04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>
            <a:xfrm flipH="1">
              <a:off x="3403439" y="2418568"/>
              <a:ext cx="589669" cy="53678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E91656D9-5F82-DD60-7806-D4FBAEF979D5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3795223" y="1614406"/>
              <a:ext cx="16489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b="1" i="1" dirty="0"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endParaRPr lang="zh-CN" altLang="en-US" sz="1050" b="1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FF5B00FC-4D8C-3935-3AFC-5BC9F66AA4A4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3456065" y="2872238"/>
              <a:ext cx="16489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b="1" i="1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050" b="1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7526D56-D4B7-DA82-C793-7D5FA41AC947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6269179" y="2300309"/>
              <a:ext cx="16489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b="1" i="1" dirty="0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endParaRPr lang="zh-CN" altLang="en-US" sz="1050" b="1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A8A84D2C-155B-E917-B0DA-E14B89D1AB00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4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52570" y="2640045"/>
              <a:ext cx="254438" cy="314556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F6EBF3C2-48F8-07BC-978F-0D02D515A2B7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49"/>
            <a:stretch>
              <a:fillRect/>
            </a:stretch>
          </p:blipFill>
          <p:spPr>
            <a:xfrm>
              <a:off x="6035672" y="2954903"/>
              <a:ext cx="305111" cy="390000"/>
            </a:xfrm>
            <a:prstGeom prst="rect">
              <a:avLst/>
            </a:prstGeom>
          </p:spPr>
        </p:pic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07718488-053F-A823-2260-681C0717EE38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50"/>
            <a:stretch>
              <a:fillRect/>
            </a:stretch>
          </p:blipFill>
          <p:spPr>
            <a:xfrm>
              <a:off x="4424440" y="2344279"/>
              <a:ext cx="208534" cy="257805"/>
            </a:xfrm>
            <a:prstGeom prst="rect">
              <a:avLst/>
            </a:prstGeom>
          </p:spPr>
        </p:pic>
        <p:cxnSp>
          <p:nvCxnSpPr>
            <p:cNvPr id="61" name="曲线连接符 36">
              <a:extLst>
                <a:ext uri="{FF2B5EF4-FFF2-40B4-BE49-F238E27FC236}">
                  <a16:creationId xmlns:a16="http://schemas.microsoft.com/office/drawing/2014/main" id="{E6CD6FE2-BA19-BDAE-AB4C-64C165D83596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>
            <a:xfrm rot="5400000" flipV="1">
              <a:off x="3875054" y="1774623"/>
              <a:ext cx="416100" cy="208279"/>
            </a:xfrm>
            <a:prstGeom prst="curvedConnector3">
              <a:avLst>
                <a:gd name="adj1" fmla="val 50060"/>
              </a:avLst>
            </a:prstGeom>
            <a:ln>
              <a:solidFill>
                <a:srgbClr val="7B6993"/>
              </a:solidFill>
              <a:headEnd type="oval" w="med" len="med"/>
              <a:tailEnd type="triangl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2" name="曲线连接符 37">
              <a:extLst>
                <a:ext uri="{FF2B5EF4-FFF2-40B4-BE49-F238E27FC236}">
                  <a16:creationId xmlns:a16="http://schemas.microsoft.com/office/drawing/2014/main" id="{01DEF969-8A4D-DCA5-9307-C1B7215A6A7D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>
              <a:off x="3978965" y="1671214"/>
              <a:ext cx="1427099" cy="227877"/>
            </a:xfrm>
            <a:prstGeom prst="curvedConnector3">
              <a:avLst>
                <a:gd name="adj1" fmla="val 50014"/>
              </a:avLst>
            </a:prstGeom>
            <a:ln>
              <a:solidFill>
                <a:srgbClr val="7B6993"/>
              </a:solidFill>
              <a:headEnd type="oval" w="med" len="med"/>
              <a:tailEnd type="triangl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4DE031DD-43FB-1AE3-C6B7-978B38C157DF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>
            <a:xfrm>
              <a:off x="4539350" y="1543598"/>
              <a:ext cx="130327" cy="184209"/>
            </a:xfrm>
            <a:prstGeom prst="straightConnector1">
              <a:avLst/>
            </a:prstGeom>
            <a:ln w="6350" cap="flat" cmpd="sng" algn="ctr">
              <a:solidFill>
                <a:schemeClr val="tx1"/>
              </a:solidFill>
              <a:prstDash val="dash"/>
              <a:miter lim="800000"/>
              <a:tailEnd type="triangle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48AA4EBA-4970-B08E-2FE5-DF40627C1A49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4144906" y="1345256"/>
              <a:ext cx="6658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</a:rPr>
                <a:t>飞行轨迹</a:t>
              </a: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7620A204-B7DC-1F70-F220-A804384F9E2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4097517" y="3297972"/>
              <a:ext cx="3520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</a:rPr>
                <a:t>目标</a:t>
              </a: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B61EB585-B8E8-D471-600E-0CF84738CCDA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5499342" y="3083397"/>
              <a:ext cx="3045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</a:rPr>
                <a:t>目标</a:t>
              </a: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33AE7994-3016-43F7-50C0-D82C0729B796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4789752" y="3141119"/>
              <a:ext cx="41686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</a:rPr>
                <a:t>基站</a:t>
              </a: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CFF40CB1-30CE-3C23-4A8E-22AF1955F6A1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5985814" y="1983158"/>
              <a:ext cx="4669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</a:rPr>
                <a:t>飞行区域</a:t>
              </a:r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828256E2-09A6-EAF8-411E-9F3AAFC323B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4015505" y="2896929"/>
              <a:ext cx="497759" cy="376448"/>
            </a:xfrm>
            <a:prstGeom prst="ellipse">
              <a:avLst/>
            </a:prstGeom>
            <a:solidFill>
              <a:srgbClr val="FAE1CF">
                <a:alpha val="73000"/>
              </a:srgbClr>
            </a:solidFill>
            <a:ln w="28575">
              <a:solidFill>
                <a:srgbClr val="F4B183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3CBA2B1E-5BB8-6193-B840-EE2234786432}"/>
                </a:ext>
              </a:extLst>
            </p:cNvPr>
            <p:cNvCxnSpPr>
              <a:endCxn id="69" idx="2"/>
            </p:cNvCxnSpPr>
            <p:nvPr>
              <p:custDataLst>
                <p:tags r:id="rId21"/>
              </p:custDataLst>
            </p:nvPr>
          </p:nvCxnSpPr>
          <p:spPr>
            <a:xfrm flipH="1">
              <a:off x="4015505" y="2354844"/>
              <a:ext cx="241166" cy="730309"/>
            </a:xfrm>
            <a:prstGeom prst="line">
              <a:avLst/>
            </a:prstGeom>
            <a:ln w="28575">
              <a:solidFill>
                <a:srgbClr val="F4B183"/>
              </a:solidFill>
              <a:prstDash val="dash"/>
              <a:round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48FEE950-FA47-E51C-6780-7D5D24FFB4BC}"/>
                </a:ext>
              </a:extLst>
            </p:cNvPr>
            <p:cNvCxnSpPr>
              <a:endCxn id="69" idx="6"/>
            </p:cNvCxnSpPr>
            <p:nvPr>
              <p:custDataLst>
                <p:tags r:id="rId22"/>
              </p:custDataLst>
            </p:nvPr>
          </p:nvCxnSpPr>
          <p:spPr>
            <a:xfrm>
              <a:off x="4287527" y="2354844"/>
              <a:ext cx="225737" cy="730309"/>
            </a:xfrm>
            <a:prstGeom prst="line">
              <a:avLst/>
            </a:prstGeom>
            <a:ln w="28575" cmpd="sng">
              <a:solidFill>
                <a:srgbClr val="F4B183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72" name="图片 71">
              <a:extLst>
                <a:ext uri="{FF2B5EF4-FFF2-40B4-BE49-F238E27FC236}">
                  <a16:creationId xmlns:a16="http://schemas.microsoft.com/office/drawing/2014/main" id="{75849E1A-043F-90D6-A884-3C9D51DA5C2A}"/>
                </a:ext>
              </a:extLst>
            </p:cNvPr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51"/>
            <a:stretch>
              <a:fillRect/>
            </a:stretch>
          </p:blipFill>
          <p:spPr>
            <a:xfrm>
              <a:off x="4024843" y="2688627"/>
              <a:ext cx="472993" cy="584749"/>
            </a:xfrm>
            <a:prstGeom prst="rect">
              <a:avLst/>
            </a:prstGeom>
          </p:spPr>
        </p:pic>
        <p:pic>
          <p:nvPicPr>
            <p:cNvPr id="73" name="图片 72" descr="vecteezy_lightning-bolts-element_(已去底)">
              <a:extLst>
                <a:ext uri="{FF2B5EF4-FFF2-40B4-BE49-F238E27FC236}">
                  <a16:creationId xmlns:a16="http://schemas.microsoft.com/office/drawing/2014/main" id="{12F3DB49-DDC9-3206-932F-A3141C858453}"/>
                </a:ext>
              </a:extLst>
            </p:cNvPr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52">
              <a:alphaModFix amt="88000"/>
            </a:blip>
            <a:srcRect l="53236" t="7873" r="13871" b="24401"/>
            <a:stretch>
              <a:fillRect/>
            </a:stretch>
          </p:blipFill>
          <p:spPr>
            <a:xfrm rot="18540000" flipH="1">
              <a:off x="4607374" y="2065239"/>
              <a:ext cx="149575" cy="565156"/>
            </a:xfrm>
            <a:prstGeom prst="rect">
              <a:avLst/>
            </a:prstGeom>
            <a:effectLst>
              <a:glow rad="12700">
                <a:schemeClr val="accent4">
                  <a:lumMod val="60000"/>
                  <a:lumOff val="40000"/>
                  <a:alpha val="80000"/>
                </a:schemeClr>
              </a:glow>
            </a:effectLst>
          </p:spPr>
        </p:pic>
        <p:pic>
          <p:nvPicPr>
            <p:cNvPr id="74" name="图片 73" descr="vecteezy_lightning-bolts-element_(已去底)">
              <a:extLst>
                <a:ext uri="{FF2B5EF4-FFF2-40B4-BE49-F238E27FC236}">
                  <a16:creationId xmlns:a16="http://schemas.microsoft.com/office/drawing/2014/main" id="{064F5DE7-6754-1A00-1006-D3B3D71CBFA6}"/>
                </a:ext>
              </a:extLst>
            </p:cNvPr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52">
              <a:alphaModFix amt="88000"/>
            </a:blip>
            <a:srcRect l="53236" t="7873" r="13871" b="24401"/>
            <a:stretch>
              <a:fillRect/>
            </a:stretch>
          </p:blipFill>
          <p:spPr>
            <a:xfrm rot="2040000">
              <a:off x="5208746" y="1848396"/>
              <a:ext cx="135605" cy="758919"/>
            </a:xfrm>
            <a:prstGeom prst="rect">
              <a:avLst/>
            </a:prstGeom>
            <a:effectLst>
              <a:glow rad="12700">
                <a:schemeClr val="accent4">
                  <a:lumMod val="60000"/>
                  <a:lumOff val="40000"/>
                  <a:alpha val="80000"/>
                </a:schemeClr>
              </a:glow>
            </a:effectLst>
          </p:spPr>
        </p:pic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4DF5644B-66BD-F2A6-5B38-FABBD32AEB87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5371554" y="2661021"/>
              <a:ext cx="497759" cy="376448"/>
            </a:xfrm>
            <a:prstGeom prst="ellipse">
              <a:avLst/>
            </a:prstGeom>
            <a:solidFill>
              <a:srgbClr val="FAE1CF">
                <a:alpha val="73000"/>
              </a:srgbClr>
            </a:solidFill>
            <a:ln w="28575">
              <a:solidFill>
                <a:srgbClr val="F4B183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AF4E1B96-4CEC-8D68-AF73-E5BD2B310DEA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>
            <a:xfrm flipH="1">
              <a:off x="5370336" y="2111407"/>
              <a:ext cx="241166" cy="730309"/>
            </a:xfrm>
            <a:prstGeom prst="line">
              <a:avLst/>
            </a:prstGeom>
            <a:ln w="28575">
              <a:solidFill>
                <a:srgbClr val="F4B183"/>
              </a:solidFill>
              <a:prstDash val="dash"/>
              <a:round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A71B4EB6-642E-CDDA-E224-396B8F11BB0B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>
            <a:xfrm>
              <a:off x="5647229" y="2108396"/>
              <a:ext cx="225737" cy="730309"/>
            </a:xfrm>
            <a:prstGeom prst="line">
              <a:avLst/>
            </a:prstGeom>
            <a:ln w="28575" cmpd="sng">
              <a:solidFill>
                <a:srgbClr val="F4B183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78" name="图片 77" descr="人2">
              <a:extLst>
                <a:ext uri="{FF2B5EF4-FFF2-40B4-BE49-F238E27FC236}">
                  <a16:creationId xmlns:a16="http://schemas.microsoft.com/office/drawing/2014/main" id="{ADBA84D4-0327-361A-07AD-02800758EBD4}"/>
                </a:ext>
              </a:extLst>
            </p:cNvPr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53"/>
            <a:stretch>
              <a:fillRect/>
            </a:stretch>
          </p:blipFill>
          <p:spPr>
            <a:xfrm>
              <a:off x="5728430" y="3141369"/>
              <a:ext cx="228986" cy="283089"/>
            </a:xfrm>
            <a:prstGeom prst="rect">
              <a:avLst/>
            </a:prstGeom>
          </p:spPr>
        </p:pic>
        <p:pic>
          <p:nvPicPr>
            <p:cNvPr id="79" name="图片 78" descr="房子5">
              <a:extLst>
                <a:ext uri="{FF2B5EF4-FFF2-40B4-BE49-F238E27FC236}">
                  <a16:creationId xmlns:a16="http://schemas.microsoft.com/office/drawing/2014/main" id="{4EA2FB78-D50D-0D32-387F-963440563BE0}"/>
                </a:ext>
              </a:extLst>
            </p:cNvPr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54"/>
            <a:stretch>
              <a:fillRect/>
            </a:stretch>
          </p:blipFill>
          <p:spPr>
            <a:xfrm>
              <a:off x="5279493" y="3257691"/>
              <a:ext cx="411991" cy="444962"/>
            </a:xfrm>
            <a:prstGeom prst="rect">
              <a:avLst/>
            </a:prstGeom>
          </p:spPr>
        </p:pic>
        <p:pic>
          <p:nvPicPr>
            <p:cNvPr id="80" name="图片 79" descr="人">
              <a:extLst>
                <a:ext uri="{FF2B5EF4-FFF2-40B4-BE49-F238E27FC236}">
                  <a16:creationId xmlns:a16="http://schemas.microsoft.com/office/drawing/2014/main" id="{A3E47FAC-9ABA-03EE-3DB6-6E4A0B8C03CA}"/>
                </a:ext>
              </a:extLst>
            </p:cNvPr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55"/>
            <a:stretch>
              <a:fillRect/>
            </a:stretch>
          </p:blipFill>
          <p:spPr>
            <a:xfrm>
              <a:off x="3938669" y="2499902"/>
              <a:ext cx="177525" cy="219469"/>
            </a:xfrm>
            <a:prstGeom prst="rect">
              <a:avLst/>
            </a:prstGeom>
          </p:spPr>
        </p:pic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97A6DCDE-D91D-BB5E-442F-3721F6E9C6CF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4763362" y="2914497"/>
              <a:ext cx="443761" cy="232895"/>
            </a:xfrm>
            <a:prstGeom prst="ellipse">
              <a:avLst/>
            </a:prstGeom>
            <a:ln>
              <a:noFill/>
            </a:ln>
            <a:effectLst>
              <a:outerShdw blurRad="50800" dist="50800" dir="3600000" sx="83000" sy="83000" algn="ctr" rotWithShape="0">
                <a:srgbClr val="000000">
                  <a:alpha val="43000"/>
                </a:srgbClr>
              </a:outerShdw>
              <a:reflection stA="45000" endPos="500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82" name="图片 81">
              <a:extLst>
                <a:ext uri="{FF2B5EF4-FFF2-40B4-BE49-F238E27FC236}">
                  <a16:creationId xmlns:a16="http://schemas.microsoft.com/office/drawing/2014/main" id="{50E74071-3DB7-76CB-C2B9-06A767559F6C}"/>
                </a:ext>
              </a:extLst>
            </p:cNvPr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56"/>
            <a:stretch>
              <a:fillRect/>
            </a:stretch>
          </p:blipFill>
          <p:spPr>
            <a:xfrm>
              <a:off x="3794640" y="3264844"/>
              <a:ext cx="286232" cy="353861"/>
            </a:xfrm>
            <a:prstGeom prst="rect">
              <a:avLst/>
            </a:prstGeom>
          </p:spPr>
        </p:pic>
        <p:pic>
          <p:nvPicPr>
            <p:cNvPr id="83" name="图片 82" descr="草2">
              <a:extLst>
                <a:ext uri="{FF2B5EF4-FFF2-40B4-BE49-F238E27FC236}">
                  <a16:creationId xmlns:a16="http://schemas.microsoft.com/office/drawing/2014/main" id="{9FF9658F-5B16-F422-9DB3-FC3F256F53D2}"/>
                </a:ext>
              </a:extLst>
            </p:cNvPr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57"/>
            <a:stretch>
              <a:fillRect/>
            </a:stretch>
          </p:blipFill>
          <p:spPr>
            <a:xfrm>
              <a:off x="3794640" y="2770443"/>
              <a:ext cx="146161" cy="144054"/>
            </a:xfrm>
            <a:prstGeom prst="rect">
              <a:avLst/>
            </a:prstGeom>
          </p:spPr>
        </p:pic>
        <p:pic>
          <p:nvPicPr>
            <p:cNvPr id="84" name="图片 83">
              <a:extLst>
                <a:ext uri="{FF2B5EF4-FFF2-40B4-BE49-F238E27FC236}">
                  <a16:creationId xmlns:a16="http://schemas.microsoft.com/office/drawing/2014/main" id="{6AC7D0BB-AC48-ABE4-A950-58947A187FC2}"/>
                </a:ext>
              </a:extLst>
            </p:cNvPr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 rotWithShape="1">
            <a:blip r:embed="rId5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601" t="18356" r="79062" b="16216"/>
            <a:stretch>
              <a:fillRect/>
            </a:stretch>
          </p:blipFill>
          <p:spPr>
            <a:xfrm>
              <a:off x="5488888" y="2400018"/>
              <a:ext cx="288262" cy="62540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85" name="图形 52">
              <a:extLst>
                <a:ext uri="{FF2B5EF4-FFF2-40B4-BE49-F238E27FC236}">
                  <a16:creationId xmlns:a16="http://schemas.microsoft.com/office/drawing/2014/main" id="{9DD9D732-53D8-065C-5361-014FF35E1D96}"/>
                </a:ext>
              </a:extLst>
            </p:cNvPr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5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/>
            </a:stretch>
          </p:blipFill>
          <p:spPr>
            <a:xfrm>
              <a:off x="6188837" y="2264496"/>
              <a:ext cx="816065" cy="1008881"/>
            </a:xfrm>
            <a:prstGeom prst="rect">
              <a:avLst/>
            </a:prstGeom>
          </p:spPr>
        </p:pic>
        <p:pic>
          <p:nvPicPr>
            <p:cNvPr id="86" name="图片 85">
              <a:extLst>
                <a:ext uri="{FF2B5EF4-FFF2-40B4-BE49-F238E27FC236}">
                  <a16:creationId xmlns:a16="http://schemas.microsoft.com/office/drawing/2014/main" id="{5F74CF65-55C1-4A0A-B340-42BEC2E8BBE0}"/>
                </a:ext>
              </a:extLst>
            </p:cNvPr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 rotWithShape="1">
            <a:blip r:embed="rId6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61" t="20636" r="3389" b="19748"/>
            <a:stretch>
              <a:fillRect/>
            </a:stretch>
          </p:blipFill>
          <p:spPr>
            <a:xfrm>
              <a:off x="5468182" y="1785153"/>
              <a:ext cx="367432" cy="291622"/>
            </a:xfrm>
            <a:prstGeom prst="rect">
              <a:avLst/>
            </a:prstGeom>
          </p:spPr>
        </p:pic>
        <p:pic>
          <p:nvPicPr>
            <p:cNvPr id="87" name="图片 86">
              <a:extLst>
                <a:ext uri="{FF2B5EF4-FFF2-40B4-BE49-F238E27FC236}">
                  <a16:creationId xmlns:a16="http://schemas.microsoft.com/office/drawing/2014/main" id="{66FDCD28-4179-A1F1-9D5A-7C1084B961D0}"/>
                </a:ext>
              </a:extLst>
            </p:cNvPr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 rotWithShape="1">
            <a:blip r:embed="rId6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61" t="20636" r="3389" b="19748"/>
            <a:stretch>
              <a:fillRect/>
            </a:stretch>
          </p:blipFill>
          <p:spPr>
            <a:xfrm>
              <a:off x="4097518" y="2015538"/>
              <a:ext cx="340230" cy="270039"/>
            </a:xfrm>
            <a:prstGeom prst="rect">
              <a:avLst/>
            </a:prstGeom>
          </p:spPr>
        </p:pic>
        <p:pic>
          <p:nvPicPr>
            <p:cNvPr id="88" name="图形 29">
              <a:extLst>
                <a:ext uri="{FF2B5EF4-FFF2-40B4-BE49-F238E27FC236}">
                  <a16:creationId xmlns:a16="http://schemas.microsoft.com/office/drawing/2014/main" id="{5CA91C9D-AAC9-4270-C127-1CC56B50E94D}"/>
                </a:ext>
              </a:extLst>
            </p:cNvPr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6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/>
            </a:stretch>
          </p:blipFill>
          <p:spPr>
            <a:xfrm>
              <a:off x="4879479" y="2454728"/>
              <a:ext cx="237917" cy="663553"/>
            </a:xfrm>
            <a:prstGeom prst="rect">
              <a:avLst/>
            </a:prstGeom>
          </p:spPr>
        </p:pic>
        <p:pic>
          <p:nvPicPr>
            <p:cNvPr id="89" name="图形 88">
              <a:extLst>
                <a:ext uri="{FF2B5EF4-FFF2-40B4-BE49-F238E27FC236}">
                  <a16:creationId xmlns:a16="http://schemas.microsoft.com/office/drawing/2014/main" id="{094EECF9-C270-D9B4-5DA1-BD4C93B9C40E}"/>
                </a:ext>
              </a:extLst>
            </p:cNvPr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6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6"/>
                </a:ext>
              </a:extLst>
            </a:blip>
            <a:stretch>
              <a:fillRect/>
            </a:stretch>
          </p:blipFill>
          <p:spPr>
            <a:xfrm flipH="1">
              <a:off x="5239314" y="2403348"/>
              <a:ext cx="412517" cy="509984"/>
            </a:xfrm>
            <a:prstGeom prst="rect">
              <a:avLst/>
            </a:prstGeom>
          </p:spPr>
        </p:pic>
        <p:pic>
          <p:nvPicPr>
            <p:cNvPr id="90" name="图片 89">
              <a:extLst>
                <a:ext uri="{FF2B5EF4-FFF2-40B4-BE49-F238E27FC236}">
                  <a16:creationId xmlns:a16="http://schemas.microsoft.com/office/drawing/2014/main" id="{2A30B63E-A21C-14E5-C45F-DF8C88D48D0B}"/>
                </a:ext>
              </a:extLst>
            </p:cNvPr>
            <p:cNvPicPr>
              <a:picLocks noChangeAspect="1"/>
            </p:cNvPicPr>
            <p:nvPr>
              <p:custDataLst>
                <p:tags r:id="rId41"/>
              </p:custDataLst>
            </p:nvPr>
          </p:nvPicPr>
          <p:blipFill>
            <a:blip r:embed="rId6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24464" y="3447654"/>
              <a:ext cx="300441" cy="347336"/>
            </a:xfrm>
            <a:prstGeom prst="rect">
              <a:avLst/>
            </a:prstGeom>
          </p:spPr>
        </p:pic>
        <p:pic>
          <p:nvPicPr>
            <p:cNvPr id="91" name="图片 90">
              <a:extLst>
                <a:ext uri="{FF2B5EF4-FFF2-40B4-BE49-F238E27FC236}">
                  <a16:creationId xmlns:a16="http://schemas.microsoft.com/office/drawing/2014/main" id="{1F130AE4-83A8-E903-5476-8F81C1FB532E}"/>
                </a:ext>
              </a:extLst>
            </p:cNvPr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68"/>
            <a:stretch>
              <a:fillRect/>
            </a:stretch>
          </p:blipFill>
          <p:spPr>
            <a:xfrm rot="20700000">
              <a:off x="4309868" y="3275860"/>
              <a:ext cx="488421" cy="603823"/>
            </a:xfrm>
            <a:prstGeom prst="rect">
              <a:avLst/>
            </a:prstGeom>
          </p:spPr>
        </p:pic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FF8487FF-FE53-4F5C-FC2C-6B7C920D737E}"/>
                </a:ext>
              </a:extLst>
            </p:cNvPr>
            <p:cNvCxnSpPr>
              <a:cxnSpLocks/>
            </p:cNvCxnSpPr>
            <p:nvPr>
              <p:custDataLst>
                <p:tags r:id="rId43"/>
              </p:custDataLst>
            </p:nvPr>
          </p:nvCxnSpPr>
          <p:spPr>
            <a:xfrm flipH="1">
              <a:off x="4744553" y="1640289"/>
              <a:ext cx="87274" cy="610832"/>
            </a:xfrm>
            <a:prstGeom prst="straightConnector1">
              <a:avLst/>
            </a:prstGeom>
            <a:ln w="6350" cap="flat" cmpd="sng" algn="ctr">
              <a:solidFill>
                <a:schemeClr val="tx1"/>
              </a:solidFill>
              <a:prstDash val="dash"/>
              <a:miter lim="800000"/>
              <a:tailEnd type="triangle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40AE134E-727F-064D-F41A-E8AD4865A805}"/>
                </a:ext>
              </a:extLst>
            </p:cNvPr>
            <p:cNvSpPr txBox="1"/>
            <p:nvPr>
              <p:custDataLst>
                <p:tags r:id="rId44"/>
              </p:custDataLst>
            </p:nvPr>
          </p:nvSpPr>
          <p:spPr>
            <a:xfrm>
              <a:off x="4693459" y="1450198"/>
              <a:ext cx="56028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</a:rPr>
                <a:t>充电</a:t>
              </a:r>
            </a:p>
          </p:txBody>
        </p: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95902F5D-4B61-BBF7-3FB9-35B183CCD9C4}"/>
                </a:ext>
              </a:extLst>
            </p:cNvPr>
            <p:cNvCxnSpPr>
              <a:cxnSpLocks/>
            </p:cNvCxnSpPr>
            <p:nvPr/>
          </p:nvCxnSpPr>
          <p:spPr>
            <a:xfrm>
              <a:off x="4332713" y="2273402"/>
              <a:ext cx="555215" cy="44953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6DACAD48-A6F4-367B-18D0-0DB17F4785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13995" y="2068053"/>
              <a:ext cx="458358" cy="60578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844A3260-19A9-E6B5-F025-B43121240127}"/>
                </a:ext>
              </a:extLst>
            </p:cNvPr>
            <p:cNvCxnSpPr>
              <a:cxnSpLocks/>
            </p:cNvCxnSpPr>
            <p:nvPr>
              <p:custDataLst>
                <p:tags r:id="rId45"/>
              </p:custDataLst>
            </p:nvPr>
          </p:nvCxnSpPr>
          <p:spPr>
            <a:xfrm>
              <a:off x="5415741" y="1541690"/>
              <a:ext cx="83602" cy="583410"/>
            </a:xfrm>
            <a:prstGeom prst="straightConnector1">
              <a:avLst/>
            </a:prstGeom>
            <a:ln w="6350" cap="flat" cmpd="sng" algn="ctr">
              <a:solidFill>
                <a:schemeClr val="tx1"/>
              </a:solidFill>
              <a:prstDash val="dash"/>
              <a:miter lim="800000"/>
              <a:tailEnd type="triangle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00E2E061-65C1-DEC0-A2A4-9CBB6A41C193}"/>
                </a:ext>
              </a:extLst>
            </p:cNvPr>
            <p:cNvSpPr txBox="1"/>
            <p:nvPr>
              <p:custDataLst>
                <p:tags r:id="rId46"/>
              </p:custDataLst>
            </p:nvPr>
          </p:nvSpPr>
          <p:spPr>
            <a:xfrm>
              <a:off x="5219200" y="1318578"/>
              <a:ext cx="56028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宋体" panose="02010600030101010101" pitchFamily="2" charset="-122"/>
                </a:rPr>
                <a:t>通信</a:t>
              </a:r>
              <a:endPara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AA6C5309-B403-2DA4-D40E-43F2EF082E93}"/>
              </a:ext>
            </a:extLst>
          </p:cNvPr>
          <p:cNvPicPr>
            <a:picLocks noChangeAspect="1"/>
          </p:cNvPicPr>
          <p:nvPr/>
        </p:nvPicPr>
        <p:blipFill>
          <a:blip r:embed="rId69"/>
          <a:srcRect t="40174"/>
          <a:stretch>
            <a:fillRect/>
          </a:stretch>
        </p:blipFill>
        <p:spPr>
          <a:xfrm>
            <a:off x="7917352" y="505778"/>
            <a:ext cx="2570861" cy="14223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5143BA3-1484-67EC-C9F6-24CE2B992241}"/>
              </a:ext>
            </a:extLst>
      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4562756" y="2239204"/>
            <a:ext cx="6029935" cy="399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301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组合 82">
            <a:extLst>
              <a:ext uri="{FF2B5EF4-FFF2-40B4-BE49-F238E27FC236}">
                <a16:creationId xmlns:a16="http://schemas.microsoft.com/office/drawing/2014/main" id="{BDC9F049-29E7-58AE-5D92-8911260045CD}"/>
              </a:ext>
            </a:extLst>
          </p:cNvPr>
          <p:cNvGrpSpPr/>
          <p:nvPr/>
        </p:nvGrpSpPr>
        <p:grpSpPr>
          <a:xfrm>
            <a:off x="1495703" y="470853"/>
            <a:ext cx="7288079" cy="5431183"/>
            <a:chOff x="165666" y="433908"/>
            <a:chExt cx="7288079" cy="5431183"/>
          </a:xfrm>
        </p:grpSpPr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3864C4E1-8FA9-5572-BB8B-8ED93C866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8133" t="13605" r="8371"/>
            <a:stretch/>
          </p:blipFill>
          <p:spPr>
            <a:xfrm>
              <a:off x="320490" y="2978071"/>
              <a:ext cx="1482111" cy="670607"/>
            </a:xfrm>
            <a:prstGeom prst="rect">
              <a:avLst/>
            </a:prstGeom>
          </p:spPr>
        </p:pic>
        <p:pic>
          <p:nvPicPr>
            <p:cNvPr id="64" name="图片 63">
              <a:extLst>
                <a:ext uri="{FF2B5EF4-FFF2-40B4-BE49-F238E27FC236}">
                  <a16:creationId xmlns:a16="http://schemas.microsoft.com/office/drawing/2014/main" id="{BCC60A9C-C009-3BB8-9BCF-76AEA3BC5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2039" t="19278" r="59376" b="33401"/>
            <a:stretch/>
          </p:blipFill>
          <p:spPr>
            <a:xfrm>
              <a:off x="1261176" y="1932433"/>
              <a:ext cx="1198853" cy="769056"/>
            </a:xfrm>
            <a:prstGeom prst="rect">
              <a:avLst/>
            </a:prstGeom>
          </p:spPr>
        </p:pic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F3B37D0A-6F7E-3B01-1911-057707D3118E}"/>
                </a:ext>
              </a:extLst>
            </p:cNvPr>
            <p:cNvSpPr/>
            <p:nvPr/>
          </p:nvSpPr>
          <p:spPr>
            <a:xfrm>
              <a:off x="165666" y="433908"/>
              <a:ext cx="7288079" cy="5431183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50A54596-AF66-FF61-B162-291D164F2494}"/>
                </a:ext>
              </a:extLst>
            </p:cNvPr>
            <p:cNvGrpSpPr/>
            <p:nvPr/>
          </p:nvGrpSpPr>
          <p:grpSpPr>
            <a:xfrm>
              <a:off x="2298026" y="723759"/>
              <a:ext cx="5043817" cy="4919777"/>
              <a:chOff x="1857839" y="751633"/>
              <a:chExt cx="5522016" cy="5796465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2509A42E-9D7F-A647-DEF8-CABD5D858A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50435" y="751633"/>
                <a:ext cx="1797821" cy="1181424"/>
              </a:xfrm>
              <a:prstGeom prst="rect">
                <a:avLst/>
              </a:prstGeom>
            </p:spPr>
          </p:pic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4087EC17-5892-D07B-A1D0-AA65ADCAB7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28651" y="2046131"/>
                <a:ext cx="1484806" cy="1113606"/>
              </a:xfrm>
              <a:prstGeom prst="rect">
                <a:avLst/>
              </a:prstGeom>
            </p:spPr>
          </p:pic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142CF20F-C438-D3C7-3AF6-687175C0283B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"/>
                </p:custDataLst>
              </p:nvPr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61" t="20636" r="3389" b="19748"/>
              <a:stretch>
                <a:fillRect/>
              </a:stretch>
            </p:blipFill>
            <p:spPr>
              <a:xfrm>
                <a:off x="3919819" y="3417737"/>
                <a:ext cx="1141624" cy="906102"/>
              </a:xfrm>
              <a:prstGeom prst="rect">
                <a:avLst/>
              </a:prstGeom>
            </p:spPr>
          </p:pic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1B466141-5E13-7C1B-010F-918EB70AE0B4}"/>
                  </a:ext>
                </a:extLst>
              </p:cNvPr>
              <p:cNvGrpSpPr/>
              <p:nvPr/>
            </p:nvGrpSpPr>
            <p:grpSpPr>
              <a:xfrm>
                <a:off x="4010103" y="5335581"/>
                <a:ext cx="1078483" cy="1212517"/>
                <a:chOff x="925415" y="2712752"/>
                <a:chExt cx="1204942" cy="1498518"/>
              </a:xfrm>
            </p:grpSpPr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2A57B60-5696-AAF5-6003-2E92DCC18FD0}"/>
                    </a:ext>
                  </a:extLst>
                </p:cNvPr>
                <p:cNvSpPr txBox="1"/>
                <p:nvPr/>
              </p:nvSpPr>
              <p:spPr>
                <a:xfrm>
                  <a:off x="1172660" y="3841938"/>
                  <a:ext cx="71045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User</a:t>
                  </a:r>
                  <a:endPara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pic>
              <p:nvPicPr>
                <p:cNvPr id="13" name="图片 12">
                  <a:extLst>
                    <a:ext uri="{FF2B5EF4-FFF2-40B4-BE49-F238E27FC236}">
                      <a16:creationId xmlns:a16="http://schemas.microsoft.com/office/drawing/2014/main" id="{4FB88F25-201E-6464-C838-AEA70770AC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rcRect t="5662"/>
                <a:stretch/>
              </p:blipFill>
              <p:spPr>
                <a:xfrm>
                  <a:off x="925415" y="2712752"/>
                  <a:ext cx="1204942" cy="1129186"/>
                </a:xfrm>
                <a:prstGeom prst="rect">
                  <a:avLst/>
                </a:prstGeom>
              </p:spPr>
            </p:pic>
          </p:grpSp>
          <p:pic>
            <p:nvPicPr>
              <p:cNvPr id="2" name="图片 1">
                <a:extLst>
                  <a:ext uri="{FF2B5EF4-FFF2-40B4-BE49-F238E27FC236}">
                    <a16:creationId xmlns:a16="http://schemas.microsoft.com/office/drawing/2014/main" id="{613A0B3C-471C-5450-0B9C-3A46ADFF349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61" t="20636" r="3389" b="19748"/>
              <a:stretch>
                <a:fillRect/>
              </a:stretch>
            </p:blipFill>
            <p:spPr>
              <a:xfrm>
                <a:off x="6072749" y="3404425"/>
                <a:ext cx="1141624" cy="906102"/>
              </a:xfrm>
              <a:prstGeom prst="rect">
                <a:avLst/>
              </a:prstGeom>
            </p:spPr>
          </p:pic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803FC1EF-7E7E-A6F2-B1E5-98FCAA62E06D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61" t="20636" r="3389" b="19748"/>
              <a:stretch>
                <a:fillRect/>
              </a:stretch>
            </p:blipFill>
            <p:spPr>
              <a:xfrm>
                <a:off x="1857839" y="3417737"/>
                <a:ext cx="1141624" cy="906102"/>
              </a:xfrm>
              <a:prstGeom prst="rect">
                <a:avLst/>
              </a:prstGeom>
            </p:spPr>
          </p:pic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6BAC8D32-F6E9-553A-766E-B961D6F339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18852" y="2021698"/>
                <a:ext cx="1484806" cy="1113606"/>
              </a:xfrm>
              <a:prstGeom prst="rect">
                <a:avLst/>
              </a:prstGeom>
            </p:spPr>
          </p:pic>
          <p:sp>
            <p:nvSpPr>
              <p:cNvPr id="12" name="圆柱体 11">
                <a:extLst>
                  <a:ext uri="{FF2B5EF4-FFF2-40B4-BE49-F238E27FC236}">
                    <a16:creationId xmlns:a16="http://schemas.microsoft.com/office/drawing/2014/main" id="{0F2F5611-66CB-04C1-4528-D74B1B1C843C}"/>
                  </a:ext>
                </a:extLst>
              </p:cNvPr>
              <p:cNvSpPr/>
              <p:nvPr/>
            </p:nvSpPr>
            <p:spPr>
              <a:xfrm>
                <a:off x="1976582" y="4368800"/>
                <a:ext cx="5403273" cy="603505"/>
              </a:xfrm>
              <a:prstGeom prst="can">
                <a:avLst/>
              </a:prstGeom>
              <a:solidFill>
                <a:schemeClr val="bg2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Near edge layer</a:t>
                </a:r>
                <a:endPara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圆柱体 14">
                <a:extLst>
                  <a:ext uri="{FF2B5EF4-FFF2-40B4-BE49-F238E27FC236}">
                    <a16:creationId xmlns:a16="http://schemas.microsoft.com/office/drawing/2014/main" id="{3E2790D2-92D8-FD82-B053-6BDEF15EE6FA}"/>
                  </a:ext>
                </a:extLst>
              </p:cNvPr>
              <p:cNvSpPr/>
              <p:nvPr/>
            </p:nvSpPr>
            <p:spPr>
              <a:xfrm>
                <a:off x="2576946" y="2997841"/>
                <a:ext cx="4156364" cy="431017"/>
              </a:xfrm>
              <a:prstGeom prst="can">
                <a:avLst/>
              </a:prstGeom>
              <a:solidFill>
                <a:srgbClr val="BFD7EE"/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mid edge layer</a:t>
                </a:r>
                <a:endPara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圆柱体 18">
                <a:extLst>
                  <a:ext uri="{FF2B5EF4-FFF2-40B4-BE49-F238E27FC236}">
                    <a16:creationId xmlns:a16="http://schemas.microsoft.com/office/drawing/2014/main" id="{FAEBA248-7390-F0F4-78DF-A1E426C4A3F9}"/>
                  </a:ext>
                </a:extLst>
              </p:cNvPr>
              <p:cNvSpPr/>
              <p:nvPr/>
            </p:nvSpPr>
            <p:spPr>
              <a:xfrm>
                <a:off x="3252247" y="1762813"/>
                <a:ext cx="2370014" cy="391067"/>
              </a:xfrm>
              <a:prstGeom prst="can">
                <a:avLst/>
              </a:prstGeom>
              <a:solidFill>
                <a:srgbClr val="FAE4D6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Cloud layer</a:t>
                </a:r>
                <a:endPara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ED94080B-2131-B873-16C6-6F12226C9C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42840" y="4972305"/>
                <a:ext cx="1031288" cy="570656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B876D909-65EB-CF46-B57D-9AD136BAC37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24763" y="3428858"/>
                <a:ext cx="784114" cy="1850949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>
                <a:extLst>
                  <a:ext uri="{FF2B5EF4-FFF2-40B4-BE49-F238E27FC236}">
                    <a16:creationId xmlns:a16="http://schemas.microsoft.com/office/drawing/2014/main" id="{B95EEECA-7F3E-F0E0-096C-C1B9B43F8C31}"/>
                  </a:ext>
                </a:extLst>
              </p:cNvPr>
              <p:cNvCxnSpPr>
                <a:cxnSpLocks/>
                <a:endCxn id="13" idx="0"/>
              </p:cNvCxnSpPr>
              <p:nvPr/>
            </p:nvCxnSpPr>
            <p:spPr>
              <a:xfrm flipH="1">
                <a:off x="4549345" y="2153880"/>
                <a:ext cx="593495" cy="3181701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985C5940-5233-92C4-A1A7-5BBAEDC4F2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9401" y="3371156"/>
              <a:ext cx="51398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BDA899C2-49E5-2B2B-B8E8-6A3B93768C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06486" y="2348114"/>
              <a:ext cx="57481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00DBA0CC-BDB8-2A36-A333-BA4C5AB3503B}"/>
                </a:ext>
              </a:extLst>
            </p:cNvPr>
            <p:cNvSpPr/>
            <p:nvPr/>
          </p:nvSpPr>
          <p:spPr>
            <a:xfrm>
              <a:off x="1061546" y="2274321"/>
              <a:ext cx="251602" cy="1736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9" name="图片 68">
              <a:extLst>
                <a:ext uri="{FF2B5EF4-FFF2-40B4-BE49-F238E27FC236}">
                  <a16:creationId xmlns:a16="http://schemas.microsoft.com/office/drawing/2014/main" id="{CF59A562-4791-D2E3-3D1E-10A5CB7991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890454" y="774854"/>
              <a:ext cx="1348952" cy="811381"/>
            </a:xfrm>
            <a:prstGeom prst="rect">
              <a:avLst/>
            </a:prstGeom>
          </p:spPr>
        </p:pic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D855DA91-7CE3-8662-6AA4-47ECBD3284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0839" y="1230267"/>
              <a:ext cx="80149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3" name="图片 72">
              <a:extLst>
                <a:ext uri="{FF2B5EF4-FFF2-40B4-BE49-F238E27FC236}">
                  <a16:creationId xmlns:a16="http://schemas.microsoft.com/office/drawing/2014/main" id="{2D687E81-B2C3-44E6-8A5F-77BC4EC3B5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47219" y="4578179"/>
              <a:ext cx="2436381" cy="8328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9427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矩形 85">
            <a:extLst>
              <a:ext uri="{FF2B5EF4-FFF2-40B4-BE49-F238E27FC236}">
                <a16:creationId xmlns:a16="http://schemas.microsoft.com/office/drawing/2014/main" id="{7B5448E7-541F-06E7-AB8C-EA53C202E1DF}"/>
              </a:ext>
            </a:extLst>
          </p:cNvPr>
          <p:cNvSpPr/>
          <p:nvPr/>
        </p:nvSpPr>
        <p:spPr>
          <a:xfrm>
            <a:off x="2255519" y="3243803"/>
            <a:ext cx="7680957" cy="1573660"/>
          </a:xfrm>
          <a:prstGeom prst="rect">
            <a:avLst/>
          </a:prstGeom>
          <a:solidFill>
            <a:srgbClr val="FCF7F4"/>
          </a:solidFill>
          <a:ln>
            <a:solidFill>
              <a:srgbClr val="FAE4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18773B8-DBD2-C86C-381A-227A479F1B4C}"/>
              </a:ext>
            </a:extLst>
          </p:cNvPr>
          <p:cNvSpPr/>
          <p:nvPr/>
        </p:nvSpPr>
        <p:spPr>
          <a:xfrm>
            <a:off x="2255519" y="1572769"/>
            <a:ext cx="7680957" cy="1573660"/>
          </a:xfrm>
          <a:prstGeom prst="rect">
            <a:avLst/>
          </a:prstGeom>
          <a:solidFill>
            <a:srgbClr val="F9F7FC"/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02B22-DF25-F73B-7CE2-41FE7C029E9F}"/>
              </a:ext>
            </a:extLst>
          </p:cNvPr>
          <p:cNvSpPr/>
          <p:nvPr/>
        </p:nvSpPr>
        <p:spPr>
          <a:xfrm>
            <a:off x="2102844" y="1173018"/>
            <a:ext cx="3751513" cy="3772362"/>
          </a:xfrm>
          <a:prstGeom prst="rect">
            <a:avLst/>
          </a:prstGeom>
          <a:noFill/>
          <a:ln w="1905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140029-9540-A628-D4EF-F191F1AA68A8}"/>
              </a:ext>
            </a:extLst>
          </p:cNvPr>
          <p:cNvSpPr/>
          <p:nvPr/>
        </p:nvSpPr>
        <p:spPr>
          <a:xfrm>
            <a:off x="5926697" y="1173018"/>
            <a:ext cx="4160004" cy="3772361"/>
          </a:xfrm>
          <a:prstGeom prst="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CEAA174-0600-61E3-18D7-6F15EFA15547}"/>
              </a:ext>
            </a:extLst>
          </p:cNvPr>
          <p:cNvSpPr/>
          <p:nvPr/>
        </p:nvSpPr>
        <p:spPr>
          <a:xfrm>
            <a:off x="2443938" y="2027097"/>
            <a:ext cx="2524301" cy="510931"/>
          </a:xfrm>
          <a:prstGeom prst="roundRect">
            <a:avLst/>
          </a:prstGeom>
          <a:gradFill>
            <a:gsLst>
              <a:gs pos="32000">
                <a:srgbClr val="E5F0E2"/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Task routing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238D25E-5652-E9C3-5600-E39A71CCA618}"/>
              </a:ext>
            </a:extLst>
          </p:cNvPr>
          <p:cNvSpPr txBox="1"/>
          <p:nvPr/>
        </p:nvSpPr>
        <p:spPr>
          <a:xfrm>
            <a:off x="6968764" y="1177963"/>
            <a:ext cx="1848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Long timescale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5CB272C-BA93-E87F-B051-A247E3A81A5D}"/>
              </a:ext>
            </a:extLst>
          </p:cNvPr>
          <p:cNvCxnSpPr>
            <a:cxnSpLocks/>
          </p:cNvCxnSpPr>
          <p:nvPr/>
        </p:nvCxnSpPr>
        <p:spPr>
          <a:xfrm>
            <a:off x="5887041" y="1866507"/>
            <a:ext cx="0" cy="29509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7018ECFB-B743-B188-C4D2-4B79F61E5C4E}"/>
              </a:ext>
            </a:extLst>
          </p:cNvPr>
          <p:cNvSpPr/>
          <p:nvPr/>
        </p:nvSpPr>
        <p:spPr>
          <a:xfrm>
            <a:off x="6847128" y="2031099"/>
            <a:ext cx="1960775" cy="510932"/>
          </a:xfrm>
          <a:prstGeom prst="roundRect">
            <a:avLst/>
          </a:prstGeom>
          <a:gradFill>
            <a:gsLst>
              <a:gs pos="32000">
                <a:srgbClr val="C4CFEA"/>
              </a:gs>
              <a:gs pos="100000">
                <a:schemeClr val="bg1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Layer retention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F62E218-847C-6FA2-D6B9-860DB5802B02}"/>
              </a:ext>
            </a:extLst>
          </p:cNvPr>
          <p:cNvSpPr txBox="1"/>
          <p:nvPr/>
        </p:nvSpPr>
        <p:spPr>
          <a:xfrm>
            <a:off x="2715309" y="1203437"/>
            <a:ext cx="1897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Short timescale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2A921952-1F4B-2EC1-DDBC-EB60D1A0C512}"/>
              </a:ext>
            </a:extLst>
          </p:cNvPr>
          <p:cNvCxnSpPr>
            <a:cxnSpLocks/>
          </p:cNvCxnSpPr>
          <p:nvPr/>
        </p:nvCxnSpPr>
        <p:spPr>
          <a:xfrm>
            <a:off x="5772912" y="1866507"/>
            <a:ext cx="2194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9CD5E3EF-1A6E-D5E1-4DC7-C833B598B6ED}"/>
              </a:ext>
            </a:extLst>
          </p:cNvPr>
          <p:cNvCxnSpPr>
            <a:cxnSpLocks/>
          </p:cNvCxnSpPr>
          <p:nvPr/>
        </p:nvCxnSpPr>
        <p:spPr>
          <a:xfrm>
            <a:off x="5779008" y="2079301"/>
            <a:ext cx="1080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8983FF51-AF28-239D-4D3A-81F418E96160}"/>
              </a:ext>
            </a:extLst>
          </p:cNvPr>
          <p:cNvCxnSpPr>
            <a:cxnSpLocks/>
          </p:cNvCxnSpPr>
          <p:nvPr/>
        </p:nvCxnSpPr>
        <p:spPr>
          <a:xfrm>
            <a:off x="5772912" y="2256085"/>
            <a:ext cx="1141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14A433F8-FCFE-AC81-299F-27482E69E5FE}"/>
              </a:ext>
            </a:extLst>
          </p:cNvPr>
          <p:cNvSpPr txBox="1"/>
          <p:nvPr/>
        </p:nvSpPr>
        <p:spPr>
          <a:xfrm>
            <a:off x="5650959" y="2268542"/>
            <a:ext cx="461665" cy="27988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E6B4F386-D01B-6BBA-0187-775F91B6EA4D}"/>
              </a:ext>
            </a:extLst>
          </p:cNvPr>
          <p:cNvCxnSpPr>
            <a:cxnSpLocks/>
          </p:cNvCxnSpPr>
          <p:nvPr/>
        </p:nvCxnSpPr>
        <p:spPr>
          <a:xfrm>
            <a:off x="5455920" y="1978329"/>
            <a:ext cx="225552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59BD5C15-11E1-F449-3E16-4DC5E05076B9}"/>
              </a:ext>
            </a:extLst>
          </p:cNvPr>
          <p:cNvCxnSpPr>
            <a:cxnSpLocks/>
          </p:cNvCxnSpPr>
          <p:nvPr/>
        </p:nvCxnSpPr>
        <p:spPr>
          <a:xfrm>
            <a:off x="5468112" y="2179497"/>
            <a:ext cx="225552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AADC85E9-833C-69B7-59A3-A9A436E0147F}"/>
              </a:ext>
            </a:extLst>
          </p:cNvPr>
          <p:cNvCxnSpPr>
            <a:cxnSpLocks/>
          </p:cNvCxnSpPr>
          <p:nvPr/>
        </p:nvCxnSpPr>
        <p:spPr>
          <a:xfrm>
            <a:off x="5492496" y="2715945"/>
            <a:ext cx="225552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BAADBDAC-3165-FCF1-4244-D212A9F4FA1B}"/>
              </a:ext>
            </a:extLst>
          </p:cNvPr>
          <p:cNvCxnSpPr>
            <a:cxnSpLocks/>
          </p:cNvCxnSpPr>
          <p:nvPr/>
        </p:nvCxnSpPr>
        <p:spPr>
          <a:xfrm>
            <a:off x="5779008" y="2591365"/>
            <a:ext cx="1080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CF3DD5CC-01AF-15F5-1202-E0EF0A1B0272}"/>
              </a:ext>
            </a:extLst>
          </p:cNvPr>
          <p:cNvCxnSpPr>
            <a:cxnSpLocks/>
          </p:cNvCxnSpPr>
          <p:nvPr/>
        </p:nvCxnSpPr>
        <p:spPr>
          <a:xfrm>
            <a:off x="5775957" y="2792533"/>
            <a:ext cx="21776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CB1BE657-967D-C448-50A9-419F8FF44DFA}"/>
              </a:ext>
            </a:extLst>
          </p:cNvPr>
          <p:cNvSpPr txBox="1"/>
          <p:nvPr/>
        </p:nvSpPr>
        <p:spPr>
          <a:xfrm>
            <a:off x="5199888" y="1835043"/>
            <a:ext cx="247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DE4797B7-66FB-5F55-05F3-FC5876FCC999}"/>
              </a:ext>
            </a:extLst>
          </p:cNvPr>
          <p:cNvSpPr txBox="1"/>
          <p:nvPr/>
        </p:nvSpPr>
        <p:spPr>
          <a:xfrm>
            <a:off x="5217802" y="2052967"/>
            <a:ext cx="247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89BCDFC-6A6B-5081-3C25-775F7EE0C8E6}"/>
              </a:ext>
            </a:extLst>
          </p:cNvPr>
          <p:cNvSpPr txBox="1"/>
          <p:nvPr/>
        </p:nvSpPr>
        <p:spPr>
          <a:xfrm>
            <a:off x="5181226" y="2585517"/>
            <a:ext cx="4445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6CE32CDB-BB8A-B263-2E56-2ECAA154BA87}"/>
              </a:ext>
            </a:extLst>
          </p:cNvPr>
          <p:cNvCxnSpPr>
            <a:cxnSpLocks/>
          </p:cNvCxnSpPr>
          <p:nvPr/>
        </p:nvCxnSpPr>
        <p:spPr>
          <a:xfrm>
            <a:off x="5823788" y="1860411"/>
            <a:ext cx="0" cy="22498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9F28A555-F265-9F91-1520-2AF856F7761F}"/>
                  </a:ext>
                </a:extLst>
              </p:cNvPr>
              <p:cNvSpPr txBox="1"/>
              <p:nvPr/>
            </p:nvSpPr>
            <p:spPr>
              <a:xfrm>
                <a:off x="5663184" y="1868424"/>
                <a:ext cx="13849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9F28A555-F265-9F91-1520-2AF856F776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184" y="1868424"/>
                <a:ext cx="138499" cy="215444"/>
              </a:xfrm>
              <a:prstGeom prst="rect">
                <a:avLst/>
              </a:prstGeom>
              <a:blipFill>
                <a:blip r:embed="rId2"/>
                <a:stretch>
                  <a:fillRect l="-13043" r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86D07063-B53B-99AC-82B3-B855B66B8AA1}"/>
              </a:ext>
            </a:extLst>
          </p:cNvPr>
          <p:cNvCxnSpPr>
            <a:cxnSpLocks/>
          </p:cNvCxnSpPr>
          <p:nvPr/>
        </p:nvCxnSpPr>
        <p:spPr>
          <a:xfrm>
            <a:off x="5950394" y="1868424"/>
            <a:ext cx="9017" cy="91439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A405046E-1E97-0584-6F86-BE4C39FE5244}"/>
                  </a:ext>
                </a:extLst>
              </p:cNvPr>
              <p:cNvSpPr txBox="1"/>
              <p:nvPr/>
            </p:nvSpPr>
            <p:spPr>
              <a:xfrm>
                <a:off x="5992368" y="2136648"/>
                <a:ext cx="15709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A405046E-1E97-0584-6F86-BE4C39FE5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2368" y="2136648"/>
                <a:ext cx="157094" cy="215444"/>
              </a:xfrm>
              <a:prstGeom prst="rect">
                <a:avLst/>
              </a:prstGeom>
              <a:blipFill>
                <a:blip r:embed="rId3"/>
                <a:stretch>
                  <a:fillRect l="-23077" r="-19231"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E7C5B510-6507-4D17-7488-014DFBB26F86}"/>
              </a:ext>
            </a:extLst>
          </p:cNvPr>
          <p:cNvCxnSpPr>
            <a:cxnSpLocks/>
          </p:cNvCxnSpPr>
          <p:nvPr/>
        </p:nvCxnSpPr>
        <p:spPr>
          <a:xfrm flipH="1">
            <a:off x="6199632" y="2271204"/>
            <a:ext cx="255667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1063CCF0-8081-241E-6844-077AD35F90DE}"/>
              </a:ext>
            </a:extLst>
          </p:cNvPr>
          <p:cNvSpPr txBox="1"/>
          <p:nvPr/>
        </p:nvSpPr>
        <p:spPr>
          <a:xfrm>
            <a:off x="6408724" y="2144062"/>
            <a:ext cx="247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200" dirty="0">
              <a:solidFill>
                <a:schemeClr val="tx2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96A74CC2-9A9A-A307-4AF3-666FBDB9E3C4}"/>
              </a:ext>
            </a:extLst>
          </p:cNvPr>
          <p:cNvSpPr txBox="1"/>
          <p:nvPr/>
        </p:nvSpPr>
        <p:spPr>
          <a:xfrm>
            <a:off x="4870294" y="1547295"/>
            <a:ext cx="2016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Decision making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043F81D6-4E2C-52FC-74BD-B78E8E5874A6}"/>
              </a:ext>
            </a:extLst>
          </p:cNvPr>
          <p:cNvSpPr/>
          <p:nvPr/>
        </p:nvSpPr>
        <p:spPr>
          <a:xfrm>
            <a:off x="2438001" y="3858987"/>
            <a:ext cx="2360391" cy="419589"/>
          </a:xfrm>
          <a:prstGeom prst="roundRect">
            <a:avLst/>
          </a:prstGeom>
          <a:gradFill>
            <a:gsLst>
              <a:gs pos="32000">
                <a:srgbClr val="E5F0E2"/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Server queue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800C6CCE-7794-0C9F-67EF-9D06FD3D915B}"/>
              </a:ext>
            </a:extLst>
          </p:cNvPr>
          <p:cNvSpPr/>
          <p:nvPr/>
        </p:nvSpPr>
        <p:spPr>
          <a:xfrm>
            <a:off x="2438000" y="3336822"/>
            <a:ext cx="2360393" cy="419589"/>
          </a:xfrm>
          <a:prstGeom prst="roundRect">
            <a:avLst/>
          </a:prstGeom>
          <a:gradFill>
            <a:gsLst>
              <a:gs pos="32000">
                <a:srgbClr val="E5F0E2"/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Task arrivals</a:t>
            </a: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121B003B-3AD4-54C1-EC2C-5614B5B8DF95}"/>
              </a:ext>
            </a:extLst>
          </p:cNvPr>
          <p:cNvSpPr/>
          <p:nvPr/>
        </p:nvSpPr>
        <p:spPr>
          <a:xfrm>
            <a:off x="6887053" y="3349293"/>
            <a:ext cx="1960775" cy="628000"/>
          </a:xfrm>
          <a:prstGeom prst="roundRect">
            <a:avLst/>
          </a:prstGeom>
          <a:gradFill>
            <a:gsLst>
              <a:gs pos="32000">
                <a:srgbClr val="C4CFEA"/>
              </a:gs>
              <a:gs pos="100000">
                <a:schemeClr val="bg1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Layer retention state</a:t>
            </a:r>
          </a:p>
        </p:txBody>
      </p: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6EC85EC1-E186-4BA2-B407-8E20369C63A1}"/>
              </a:ext>
            </a:extLst>
          </p:cNvPr>
          <p:cNvCxnSpPr>
            <a:cxnSpLocks/>
          </p:cNvCxnSpPr>
          <p:nvPr/>
        </p:nvCxnSpPr>
        <p:spPr>
          <a:xfrm flipH="1">
            <a:off x="6149462" y="4008217"/>
            <a:ext cx="255667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C40F6D14-6628-88C5-7ED6-3E267D8AD3E3}"/>
              </a:ext>
            </a:extLst>
          </p:cNvPr>
          <p:cNvCxnSpPr>
            <a:cxnSpLocks/>
          </p:cNvCxnSpPr>
          <p:nvPr/>
        </p:nvCxnSpPr>
        <p:spPr>
          <a:xfrm>
            <a:off x="5780532" y="3018085"/>
            <a:ext cx="1141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C4FE6001-B845-614C-B0A0-5C2795F03A32}"/>
              </a:ext>
            </a:extLst>
          </p:cNvPr>
          <p:cNvCxnSpPr>
            <a:cxnSpLocks/>
          </p:cNvCxnSpPr>
          <p:nvPr/>
        </p:nvCxnSpPr>
        <p:spPr>
          <a:xfrm>
            <a:off x="5780532" y="3444805"/>
            <a:ext cx="1141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3A72AF69-EAAA-F998-2A6C-4565767E4993}"/>
              </a:ext>
            </a:extLst>
          </p:cNvPr>
          <p:cNvCxnSpPr>
            <a:cxnSpLocks/>
          </p:cNvCxnSpPr>
          <p:nvPr/>
        </p:nvCxnSpPr>
        <p:spPr>
          <a:xfrm>
            <a:off x="5780532" y="3200965"/>
            <a:ext cx="1141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文本框 99">
            <a:extLst>
              <a:ext uri="{FF2B5EF4-FFF2-40B4-BE49-F238E27FC236}">
                <a16:creationId xmlns:a16="http://schemas.microsoft.com/office/drawing/2014/main" id="{4E5EF59D-949E-9A64-B118-26A68DF6CEA0}"/>
              </a:ext>
            </a:extLst>
          </p:cNvPr>
          <p:cNvSpPr txBox="1"/>
          <p:nvPr/>
        </p:nvSpPr>
        <p:spPr>
          <a:xfrm>
            <a:off x="5628099" y="3495362"/>
            <a:ext cx="461665" cy="27988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FA2AD57C-5EE4-98BC-76D2-A9115A67AE2B}"/>
              </a:ext>
            </a:extLst>
          </p:cNvPr>
          <p:cNvCxnSpPr>
            <a:cxnSpLocks/>
          </p:cNvCxnSpPr>
          <p:nvPr/>
        </p:nvCxnSpPr>
        <p:spPr>
          <a:xfrm>
            <a:off x="5783577" y="4011733"/>
            <a:ext cx="21776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5D7CE2F9-4AD8-DA1D-2301-F0CCD7C33C1B}"/>
              </a:ext>
            </a:extLst>
          </p:cNvPr>
          <p:cNvCxnSpPr>
            <a:cxnSpLocks/>
          </p:cNvCxnSpPr>
          <p:nvPr/>
        </p:nvCxnSpPr>
        <p:spPr>
          <a:xfrm>
            <a:off x="5400180" y="4007738"/>
            <a:ext cx="225552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03CA009B-84E9-BED2-1CF7-2EE29147ACEB}"/>
              </a:ext>
            </a:extLst>
          </p:cNvPr>
          <p:cNvSpPr/>
          <p:nvPr/>
        </p:nvSpPr>
        <p:spPr>
          <a:xfrm>
            <a:off x="6887052" y="4097052"/>
            <a:ext cx="1960775" cy="628000"/>
          </a:xfrm>
          <a:prstGeom prst="roundRect">
            <a:avLst/>
          </a:prstGeom>
          <a:gradFill>
            <a:gsLst>
              <a:gs pos="32000">
                <a:srgbClr val="C4CFEA"/>
              </a:gs>
              <a:gs pos="100000">
                <a:schemeClr val="bg1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 memory occupancy</a:t>
            </a: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7A65744A-513A-FC39-0380-86DA8D7CA108}"/>
              </a:ext>
            </a:extLst>
          </p:cNvPr>
          <p:cNvSpPr/>
          <p:nvPr/>
        </p:nvSpPr>
        <p:spPr>
          <a:xfrm>
            <a:off x="2438000" y="4345572"/>
            <a:ext cx="2360391" cy="419589"/>
          </a:xfrm>
          <a:prstGeom prst="roundRect">
            <a:avLst/>
          </a:prstGeom>
          <a:gradFill>
            <a:gsLst>
              <a:gs pos="32000">
                <a:srgbClr val="E5F0E2"/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Channel state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34DF1595-26EB-62CD-C78B-874E1F6DFEA8}"/>
              </a:ext>
            </a:extLst>
          </p:cNvPr>
          <p:cNvSpPr txBox="1"/>
          <p:nvPr/>
        </p:nvSpPr>
        <p:spPr>
          <a:xfrm>
            <a:off x="5042971" y="4179901"/>
            <a:ext cx="5827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slot</a:t>
            </a:r>
            <a:endParaRPr lang="zh-CN" altLang="en-US" sz="1600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E2445B51-DC18-1074-5D89-C3FCED30847F}"/>
                  </a:ext>
                </a:extLst>
              </p:cNvPr>
              <p:cNvSpPr txBox="1"/>
              <p:nvPr/>
            </p:nvSpPr>
            <p:spPr>
              <a:xfrm>
                <a:off x="5135506" y="3851367"/>
                <a:ext cx="211335" cy="339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𝑇</m:t>
                      </m:r>
                    </m:oMath>
                  </m:oMathPara>
                </a14:m>
                <a:endParaRPr lang="zh-CN" altLang="en-US" sz="1600" dirty="0">
                  <a:solidFill>
                    <a:schemeClr val="accent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E2445B51-DC18-1074-5D89-C3FCED308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506" y="3851367"/>
                <a:ext cx="211335" cy="339388"/>
              </a:xfrm>
              <a:prstGeom prst="rect">
                <a:avLst/>
              </a:prstGeom>
              <a:blipFill>
                <a:blip r:embed="rId5"/>
                <a:stretch>
                  <a:fillRect r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6D6DCD35-F806-0E87-DE1B-15E41912F4EF}"/>
                  </a:ext>
                </a:extLst>
              </p:cNvPr>
              <p:cNvSpPr txBox="1"/>
              <p:nvPr/>
            </p:nvSpPr>
            <p:spPr>
              <a:xfrm>
                <a:off x="6424819" y="3825489"/>
                <a:ext cx="2556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6D6DCD35-F806-0E87-DE1B-15E41912F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4819" y="3825489"/>
                <a:ext cx="255667" cy="369332"/>
              </a:xfrm>
              <a:prstGeom prst="rect">
                <a:avLst/>
              </a:prstGeom>
              <a:blipFill>
                <a:blip r:embed="rId6"/>
                <a:stretch>
                  <a:fillRect r="-404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文本框 108">
            <a:extLst>
              <a:ext uri="{FF2B5EF4-FFF2-40B4-BE49-F238E27FC236}">
                <a16:creationId xmlns:a16="http://schemas.microsoft.com/office/drawing/2014/main" id="{59980218-9489-71A9-3107-F6B279AE71C6}"/>
              </a:ext>
            </a:extLst>
          </p:cNvPr>
          <p:cNvSpPr txBox="1"/>
          <p:nvPr/>
        </p:nvSpPr>
        <p:spPr>
          <a:xfrm>
            <a:off x="6008812" y="4179901"/>
            <a:ext cx="805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epoch</a:t>
            </a:r>
            <a:endParaRPr lang="zh-CN" altLang="en-US" sz="1600" dirty="0">
              <a:solidFill>
                <a:schemeClr val="tx2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15F05B99-2820-3D4B-04CF-2324558EB722}"/>
              </a:ext>
            </a:extLst>
          </p:cNvPr>
          <p:cNvSpPr txBox="1"/>
          <p:nvPr/>
        </p:nvSpPr>
        <p:spPr>
          <a:xfrm>
            <a:off x="4893154" y="3107659"/>
            <a:ext cx="1591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State update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8424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97895A7-0E08-0061-F0A6-AB21F361A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628" y="582779"/>
            <a:ext cx="8197174" cy="53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4466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267</Words>
  <Application>Microsoft Office PowerPoint</Application>
  <PresentationFormat>宽屏</PresentationFormat>
  <Paragraphs>90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Anthropic Mono</vt:lpstr>
      <vt:lpstr>Anthropic Sans</vt:lpstr>
      <vt:lpstr>等线</vt:lpstr>
      <vt:lpstr>等线 Light</vt:lpstr>
      <vt:lpstr>宋体</vt:lpstr>
      <vt:lpstr>微软雅黑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znhy</dc:creator>
  <cp:lastModifiedBy>znhy</cp:lastModifiedBy>
  <cp:revision>11</cp:revision>
  <dcterms:created xsi:type="dcterms:W3CDTF">2026-08-20T05:29:43Z</dcterms:created>
  <dcterms:modified xsi:type="dcterms:W3CDTF">2026-09-11T09:46:45Z</dcterms:modified>
</cp:coreProperties>
</file>